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7AD0DB2-2E77-4B1C-889F-1E69CF8ECE06}">
  <a:tblStyle styleId="{47AD0DB2-2E77-4B1C-889F-1E69CF8ECE0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5" Type="http://schemas.openxmlformats.org/officeDocument/2006/relationships/slide" Target="slides/slide18.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e22e0de0eb_6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g3e22e0de0eb_6_8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e22e0de0eb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e22e0de0eb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e22e0de0eb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e22e0de0eb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e22e0de0eb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e22e0de0eb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e22e0de0eb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e22e0de0eb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e22e0de0eb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e22e0de0eb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e22e0de0eb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e22e0de0eb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e22e0de0eb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e22e0de0eb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e22e0de0eb_6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g3e22e0de0eb_6_16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e22e0de0eb_6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g3e22e0de0eb_6_1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e22e0de0eb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g3e22e0de0eb_0_2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e22e0de0eb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g3e22e0de0eb_0_2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e22e0de0eb_8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g3e22e0de0eb_8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e22e0de0eb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g3e22e0de0eb_0_2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e22e0de0eb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g3e22e0de0eb_0_2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e22e0de0eb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e22e0de0eb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e22e0de0eb_6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g3e22e0de0eb_6_2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e22e0de0eb_6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g3e22e0de0eb_6_2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7.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7.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2"/>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lt1"/>
              </a:buClr>
              <a:buSzPts val="4500"/>
              <a:buFont typeface="Arial"/>
              <a:buNone/>
              <a:defRPr sz="4500">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Google Shape;13;p2"/>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lt1"/>
              </a:buClr>
              <a:buSzPts val="1800"/>
              <a:buNone/>
              <a:defRPr sz="1800">
                <a:solidFill>
                  <a:schemeClr val="lt1"/>
                </a:solidFill>
                <a:latin typeface="Arial"/>
                <a:ea typeface="Arial"/>
                <a:cs typeface="Arial"/>
                <a:sym typeface="Arial"/>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Google Shape;14;p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Google Shape;15;p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Google Shape;16;p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h"/>
              <a:t>‹#›</a:t>
            </a:fld>
            <a:endParaRPr/>
          </a:p>
        </p:txBody>
      </p:sp>
      <p:pic>
        <p:nvPicPr>
          <p:cNvPr id="17" name="Google Shape;17;p2"/>
          <p:cNvPicPr preferRelativeResize="0"/>
          <p:nvPr/>
        </p:nvPicPr>
        <p:blipFill rotWithShape="1">
          <a:blip r:embed="rId3">
            <a:alphaModFix/>
          </a:blip>
          <a:srcRect b="0" l="0" r="0" t="0"/>
          <a:stretch/>
        </p:blipFill>
        <p:spPr>
          <a:xfrm>
            <a:off x="418821" y="404972"/>
            <a:ext cx="2040975" cy="73548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blipFill>
          <a:blip r:embed="rId2">
            <a:alphaModFix/>
          </a:blip>
          <a:stretch>
            <a:fillRect/>
          </a:stretch>
        </a:blipFill>
      </p:bgPr>
    </p:bg>
    <p:spTree>
      <p:nvGrpSpPr>
        <p:cNvPr id="18" name="Shape 18"/>
        <p:cNvGrpSpPr/>
        <p:nvPr/>
      </p:nvGrpSpPr>
      <p:grpSpPr>
        <a:xfrm>
          <a:off x="0" y="0"/>
          <a:ext cx="0" cy="0"/>
          <a:chOff x="0" y="0"/>
          <a:chExt cx="0" cy="0"/>
        </a:xfrm>
      </p:grpSpPr>
      <p:sp>
        <p:nvSpPr>
          <p:cNvPr id="19" name="Google Shape;19;p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algn="l">
              <a:lnSpc>
                <a:spcPct val="90000"/>
              </a:lnSpc>
              <a:spcBef>
                <a:spcPts val="800"/>
              </a:spcBef>
              <a:spcAft>
                <a:spcPts val="0"/>
              </a:spcAft>
              <a:buClr>
                <a:schemeClr val="dk1"/>
              </a:buClr>
              <a:buSzPts val="2100"/>
              <a:buChar char="•"/>
              <a:defRPr>
                <a:latin typeface="Arial"/>
                <a:ea typeface="Arial"/>
                <a:cs typeface="Arial"/>
                <a:sym typeface="Arial"/>
              </a:defRPr>
            </a:lvl1pPr>
            <a:lvl2pPr indent="-342900" lvl="1" marL="914400" algn="l">
              <a:lnSpc>
                <a:spcPct val="90000"/>
              </a:lnSpc>
              <a:spcBef>
                <a:spcPts val="400"/>
              </a:spcBef>
              <a:spcAft>
                <a:spcPts val="0"/>
              </a:spcAft>
              <a:buClr>
                <a:schemeClr val="dk1"/>
              </a:buClr>
              <a:buSzPts val="1800"/>
              <a:buChar char="•"/>
              <a:defRPr>
                <a:latin typeface="Arial"/>
                <a:ea typeface="Arial"/>
                <a:cs typeface="Arial"/>
                <a:sym typeface="Arial"/>
              </a:defRPr>
            </a:lvl2pPr>
            <a:lvl3pPr indent="-323850" lvl="2" marL="1371600" algn="l">
              <a:lnSpc>
                <a:spcPct val="90000"/>
              </a:lnSpc>
              <a:spcBef>
                <a:spcPts val="400"/>
              </a:spcBef>
              <a:spcAft>
                <a:spcPts val="0"/>
              </a:spcAft>
              <a:buClr>
                <a:schemeClr val="dk1"/>
              </a:buClr>
              <a:buSzPts val="1500"/>
              <a:buChar char="•"/>
              <a:defRPr>
                <a:latin typeface="Arial"/>
                <a:ea typeface="Arial"/>
                <a:cs typeface="Arial"/>
                <a:sym typeface="Arial"/>
              </a:defRPr>
            </a:lvl3pPr>
            <a:lvl4pPr indent="-317500" lvl="3" marL="1828800" algn="l">
              <a:lnSpc>
                <a:spcPct val="90000"/>
              </a:lnSpc>
              <a:spcBef>
                <a:spcPts val="400"/>
              </a:spcBef>
              <a:spcAft>
                <a:spcPts val="0"/>
              </a:spcAft>
              <a:buClr>
                <a:schemeClr val="dk1"/>
              </a:buClr>
              <a:buSzPts val="1400"/>
              <a:buChar char="•"/>
              <a:defRPr>
                <a:latin typeface="Arial"/>
                <a:ea typeface="Arial"/>
                <a:cs typeface="Arial"/>
                <a:sym typeface="Arial"/>
              </a:defRPr>
            </a:lvl4pPr>
            <a:lvl5pPr indent="-317500" lvl="4" marL="2286000" algn="l">
              <a:lnSpc>
                <a:spcPct val="90000"/>
              </a:lnSpc>
              <a:spcBef>
                <a:spcPts val="400"/>
              </a:spcBef>
              <a:spcAft>
                <a:spcPts val="0"/>
              </a:spcAft>
              <a:buClr>
                <a:schemeClr val="dk1"/>
              </a:buClr>
              <a:buSzPts val="1400"/>
              <a:buChar char="•"/>
              <a:defRPr>
                <a:latin typeface="Arial"/>
                <a:ea typeface="Arial"/>
                <a:cs typeface="Arial"/>
                <a:sym typeface="Aria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Google Shape;20;p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Google Shape;21;p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Google Shape;22;p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b="0" i="0" sz="900" u="none" cap="none" strike="noStrike">
                <a:solidFill>
                  <a:srgbClr val="888888"/>
                </a:solidFill>
                <a:latin typeface="Arial"/>
                <a:ea typeface="Arial"/>
                <a:cs typeface="Arial"/>
                <a:sym typeface="Arial"/>
              </a:defRPr>
            </a:lvl1pPr>
            <a:lvl2pPr indent="0" lvl="1" marL="0" algn="r">
              <a:spcBef>
                <a:spcPts val="0"/>
              </a:spcBef>
              <a:buNone/>
              <a:defRPr b="0" i="0" sz="900" u="none" cap="none" strike="noStrike">
                <a:solidFill>
                  <a:srgbClr val="888888"/>
                </a:solidFill>
                <a:latin typeface="Arial"/>
                <a:ea typeface="Arial"/>
                <a:cs typeface="Arial"/>
                <a:sym typeface="Arial"/>
              </a:defRPr>
            </a:lvl2pPr>
            <a:lvl3pPr indent="0" lvl="2" marL="0" algn="r">
              <a:spcBef>
                <a:spcPts val="0"/>
              </a:spcBef>
              <a:buNone/>
              <a:defRPr b="0" i="0" sz="900" u="none" cap="none" strike="noStrike">
                <a:solidFill>
                  <a:srgbClr val="888888"/>
                </a:solidFill>
                <a:latin typeface="Arial"/>
                <a:ea typeface="Arial"/>
                <a:cs typeface="Arial"/>
                <a:sym typeface="Arial"/>
              </a:defRPr>
            </a:lvl3pPr>
            <a:lvl4pPr indent="0" lvl="3" marL="0" algn="r">
              <a:spcBef>
                <a:spcPts val="0"/>
              </a:spcBef>
              <a:buNone/>
              <a:defRPr b="0" i="0" sz="900" u="none" cap="none" strike="noStrike">
                <a:solidFill>
                  <a:srgbClr val="888888"/>
                </a:solidFill>
                <a:latin typeface="Arial"/>
                <a:ea typeface="Arial"/>
                <a:cs typeface="Arial"/>
                <a:sym typeface="Arial"/>
              </a:defRPr>
            </a:lvl4pPr>
            <a:lvl5pPr indent="0" lvl="4" marL="0" algn="r">
              <a:spcBef>
                <a:spcPts val="0"/>
              </a:spcBef>
              <a:buNone/>
              <a:defRPr b="0" i="0" sz="900" u="none" cap="none" strike="noStrike">
                <a:solidFill>
                  <a:srgbClr val="888888"/>
                </a:solidFill>
                <a:latin typeface="Arial"/>
                <a:ea typeface="Arial"/>
                <a:cs typeface="Arial"/>
                <a:sym typeface="Arial"/>
              </a:defRPr>
            </a:lvl5pPr>
            <a:lvl6pPr indent="0" lvl="5" marL="0" algn="r">
              <a:spcBef>
                <a:spcPts val="0"/>
              </a:spcBef>
              <a:buNone/>
              <a:defRPr b="0" i="0" sz="900" u="none" cap="none" strike="noStrike">
                <a:solidFill>
                  <a:srgbClr val="888888"/>
                </a:solidFill>
                <a:latin typeface="Arial"/>
                <a:ea typeface="Arial"/>
                <a:cs typeface="Arial"/>
                <a:sym typeface="Arial"/>
              </a:defRPr>
            </a:lvl6pPr>
            <a:lvl7pPr indent="0" lvl="6" marL="0" algn="r">
              <a:spcBef>
                <a:spcPts val="0"/>
              </a:spcBef>
              <a:buNone/>
              <a:defRPr b="0" i="0" sz="900" u="none" cap="none" strike="noStrike">
                <a:solidFill>
                  <a:srgbClr val="888888"/>
                </a:solidFill>
                <a:latin typeface="Arial"/>
                <a:ea typeface="Arial"/>
                <a:cs typeface="Arial"/>
                <a:sym typeface="Arial"/>
              </a:defRPr>
            </a:lvl7pPr>
            <a:lvl8pPr indent="0" lvl="7" marL="0" algn="r">
              <a:spcBef>
                <a:spcPts val="0"/>
              </a:spcBef>
              <a:buNone/>
              <a:defRPr b="0" i="0" sz="900" u="none" cap="none" strike="noStrike">
                <a:solidFill>
                  <a:srgbClr val="888888"/>
                </a:solidFill>
                <a:latin typeface="Arial"/>
                <a:ea typeface="Arial"/>
                <a:cs typeface="Arial"/>
                <a:sym typeface="Arial"/>
              </a:defRPr>
            </a:lvl8pPr>
            <a:lvl9pPr indent="0" lvl="8" mar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h"/>
              <a:t>‹#›</a:t>
            </a:fld>
            <a:endParaRPr/>
          </a:p>
        </p:txBody>
      </p:sp>
      <p:pic>
        <p:nvPicPr>
          <p:cNvPr id="23" name="Google Shape;23;p3"/>
          <p:cNvPicPr preferRelativeResize="0"/>
          <p:nvPr/>
        </p:nvPicPr>
        <p:blipFill rotWithShape="1">
          <a:blip r:embed="rId3">
            <a:alphaModFix/>
          </a:blip>
          <a:srcRect b="0" l="0" r="0" t="0"/>
          <a:stretch/>
        </p:blipFill>
        <p:spPr>
          <a:xfrm>
            <a:off x="0" y="0"/>
            <a:ext cx="9144000" cy="709613"/>
          </a:xfrm>
          <a:prstGeom prst="rect">
            <a:avLst/>
          </a:prstGeom>
          <a:noFill/>
          <a:ln>
            <a:noFill/>
          </a:ln>
        </p:spPr>
      </p:pic>
      <p:sp>
        <p:nvSpPr>
          <p:cNvPr id="24" name="Google Shape;24;p3"/>
          <p:cNvSpPr txBox="1"/>
          <p:nvPr>
            <p:ph type="title"/>
          </p:nvPr>
        </p:nvSpPr>
        <p:spPr>
          <a:xfrm>
            <a:off x="628650" y="211498"/>
            <a:ext cx="6858900" cy="3642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lt1"/>
              </a:buClr>
              <a:buSzPts val="2400"/>
              <a:buFont typeface="Arial"/>
              <a:buNone/>
              <a:defRPr b="0" sz="2400">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blipFill>
          <a:blip r:embed="rId2">
            <a:alphaModFix/>
          </a:blip>
          <a:stretch>
            <a:fillRect/>
          </a:stretch>
        </a:blipFill>
      </p:bgPr>
    </p:bg>
    <p:spTree>
      <p:nvGrpSpPr>
        <p:cNvPr id="25" name="Shape 25"/>
        <p:cNvGrpSpPr/>
        <p:nvPr/>
      </p:nvGrpSpPr>
      <p:grpSpPr>
        <a:xfrm>
          <a:off x="0" y="0"/>
          <a:ext cx="0" cy="0"/>
          <a:chOff x="0" y="0"/>
          <a:chExt cx="0" cy="0"/>
        </a:xfrm>
      </p:grpSpPr>
      <p:sp>
        <p:nvSpPr>
          <p:cNvPr id="26" name="Google Shape;26;p4"/>
          <p:cNvSpPr txBox="1"/>
          <p:nvPr>
            <p:ph type="title"/>
          </p:nvPr>
        </p:nvSpPr>
        <p:spPr>
          <a:xfrm>
            <a:off x="275034" y="1736563"/>
            <a:ext cx="7886700" cy="9795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lt1"/>
              </a:buClr>
              <a:buSzPts val="4500"/>
              <a:buFont typeface="Arial"/>
              <a:buNone/>
              <a:defRPr sz="4500">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7" name="Google Shape;27;p4"/>
          <p:cNvSpPr txBox="1"/>
          <p:nvPr>
            <p:ph idx="1" type="body"/>
          </p:nvPr>
        </p:nvSpPr>
        <p:spPr>
          <a:xfrm>
            <a:off x="275034" y="2736373"/>
            <a:ext cx="7886700" cy="11250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lt1"/>
              </a:buClr>
              <a:buSzPts val="1800"/>
              <a:buNone/>
              <a:defRPr sz="1800">
                <a:solidFill>
                  <a:schemeClr val="lt1"/>
                </a:solidFill>
                <a:latin typeface="Arial"/>
                <a:ea typeface="Arial"/>
                <a:cs typeface="Arial"/>
                <a:sym typeface="Aria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8" name="Google Shape;28;p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solidFill>
                  <a:schemeClr val="lt1"/>
                </a:solidFill>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9" name="Google Shape;29;p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solidFill>
                  <a:schemeClr val="lt1"/>
                </a:solidFill>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0" name="Google Shape;30;p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b="0" i="0" sz="900" u="none" cap="none" strike="noStrike">
                <a:solidFill>
                  <a:schemeClr val="lt1"/>
                </a:solidFill>
                <a:latin typeface="Arial"/>
                <a:ea typeface="Arial"/>
                <a:cs typeface="Arial"/>
                <a:sym typeface="Arial"/>
              </a:defRPr>
            </a:lvl1pPr>
            <a:lvl2pPr indent="0" lvl="1" marL="0" algn="r">
              <a:spcBef>
                <a:spcPts val="0"/>
              </a:spcBef>
              <a:buNone/>
              <a:defRPr b="0" i="0" sz="900" u="none" cap="none" strike="noStrike">
                <a:solidFill>
                  <a:schemeClr val="lt1"/>
                </a:solidFill>
                <a:latin typeface="Arial"/>
                <a:ea typeface="Arial"/>
                <a:cs typeface="Arial"/>
                <a:sym typeface="Arial"/>
              </a:defRPr>
            </a:lvl2pPr>
            <a:lvl3pPr indent="0" lvl="2" marL="0" algn="r">
              <a:spcBef>
                <a:spcPts val="0"/>
              </a:spcBef>
              <a:buNone/>
              <a:defRPr b="0" i="0" sz="900" u="none" cap="none" strike="noStrike">
                <a:solidFill>
                  <a:schemeClr val="lt1"/>
                </a:solidFill>
                <a:latin typeface="Arial"/>
                <a:ea typeface="Arial"/>
                <a:cs typeface="Arial"/>
                <a:sym typeface="Arial"/>
              </a:defRPr>
            </a:lvl3pPr>
            <a:lvl4pPr indent="0" lvl="3" marL="0" algn="r">
              <a:spcBef>
                <a:spcPts val="0"/>
              </a:spcBef>
              <a:buNone/>
              <a:defRPr b="0" i="0" sz="900" u="none" cap="none" strike="noStrike">
                <a:solidFill>
                  <a:schemeClr val="lt1"/>
                </a:solidFill>
                <a:latin typeface="Arial"/>
                <a:ea typeface="Arial"/>
                <a:cs typeface="Arial"/>
                <a:sym typeface="Arial"/>
              </a:defRPr>
            </a:lvl4pPr>
            <a:lvl5pPr indent="0" lvl="4" marL="0" algn="r">
              <a:spcBef>
                <a:spcPts val="0"/>
              </a:spcBef>
              <a:buNone/>
              <a:defRPr b="0" i="0" sz="900" u="none" cap="none" strike="noStrike">
                <a:solidFill>
                  <a:schemeClr val="lt1"/>
                </a:solidFill>
                <a:latin typeface="Arial"/>
                <a:ea typeface="Arial"/>
                <a:cs typeface="Arial"/>
                <a:sym typeface="Arial"/>
              </a:defRPr>
            </a:lvl5pPr>
            <a:lvl6pPr indent="0" lvl="5" marL="0" algn="r">
              <a:spcBef>
                <a:spcPts val="0"/>
              </a:spcBef>
              <a:buNone/>
              <a:defRPr b="0" i="0" sz="900" u="none" cap="none" strike="noStrike">
                <a:solidFill>
                  <a:schemeClr val="lt1"/>
                </a:solidFill>
                <a:latin typeface="Arial"/>
                <a:ea typeface="Arial"/>
                <a:cs typeface="Arial"/>
                <a:sym typeface="Arial"/>
              </a:defRPr>
            </a:lvl6pPr>
            <a:lvl7pPr indent="0" lvl="6" marL="0" algn="r">
              <a:spcBef>
                <a:spcPts val="0"/>
              </a:spcBef>
              <a:buNone/>
              <a:defRPr b="0" i="0" sz="900" u="none" cap="none" strike="noStrike">
                <a:solidFill>
                  <a:schemeClr val="lt1"/>
                </a:solidFill>
                <a:latin typeface="Arial"/>
                <a:ea typeface="Arial"/>
                <a:cs typeface="Arial"/>
                <a:sym typeface="Arial"/>
              </a:defRPr>
            </a:lvl7pPr>
            <a:lvl8pPr indent="0" lvl="7" marL="0" algn="r">
              <a:spcBef>
                <a:spcPts val="0"/>
              </a:spcBef>
              <a:buNone/>
              <a:defRPr b="0" i="0" sz="900" u="none" cap="none" strike="noStrike">
                <a:solidFill>
                  <a:schemeClr val="lt1"/>
                </a:solidFill>
                <a:latin typeface="Arial"/>
                <a:ea typeface="Arial"/>
                <a:cs typeface="Arial"/>
                <a:sym typeface="Arial"/>
              </a:defRPr>
            </a:lvl8pPr>
            <a:lvl9pPr indent="0" lvl="8" marL="0" algn="r">
              <a:spcBef>
                <a:spcPts val="0"/>
              </a:spcBef>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h"/>
              <a:t>‹#›</a:t>
            </a:fld>
            <a:endParaRPr/>
          </a:p>
        </p:txBody>
      </p:sp>
      <p:pic>
        <p:nvPicPr>
          <p:cNvPr id="31" name="Google Shape;31;p4"/>
          <p:cNvPicPr preferRelativeResize="0"/>
          <p:nvPr/>
        </p:nvPicPr>
        <p:blipFill rotWithShape="1">
          <a:blip r:embed="rId3">
            <a:alphaModFix/>
          </a:blip>
          <a:srcRect b="0" l="0" r="0" t="0"/>
          <a:stretch/>
        </p:blipFill>
        <p:spPr>
          <a:xfrm>
            <a:off x="345017" y="214616"/>
            <a:ext cx="1735931" cy="62865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bg>
      <p:bgPr>
        <a:blipFill>
          <a:blip r:embed="rId2">
            <a:alphaModFix/>
          </a:blip>
          <a:stretch>
            <a:fillRect/>
          </a:stretch>
        </a:blipFill>
      </p:bgPr>
    </p:bg>
    <p:spTree>
      <p:nvGrpSpPr>
        <p:cNvPr id="32" name="Shape 32"/>
        <p:cNvGrpSpPr/>
        <p:nvPr/>
      </p:nvGrpSpPr>
      <p:grpSpPr>
        <a:xfrm>
          <a:off x="0" y="0"/>
          <a:ext cx="0" cy="0"/>
          <a:chOff x="0" y="0"/>
          <a:chExt cx="0" cy="0"/>
        </a:xfrm>
      </p:grpSpPr>
      <p:pic>
        <p:nvPicPr>
          <p:cNvPr id="33" name="Google Shape;33;p5"/>
          <p:cNvPicPr preferRelativeResize="0"/>
          <p:nvPr/>
        </p:nvPicPr>
        <p:blipFill rotWithShape="1">
          <a:blip r:embed="rId3">
            <a:alphaModFix/>
          </a:blip>
          <a:srcRect b="0" l="0" r="0" t="0"/>
          <a:stretch/>
        </p:blipFill>
        <p:spPr>
          <a:xfrm>
            <a:off x="0" y="0"/>
            <a:ext cx="9144000" cy="709613"/>
          </a:xfrm>
          <a:prstGeom prst="rect">
            <a:avLst/>
          </a:prstGeom>
          <a:noFill/>
          <a:ln>
            <a:noFill/>
          </a:ln>
        </p:spPr>
      </p:pic>
      <p:sp>
        <p:nvSpPr>
          <p:cNvPr id="34" name="Google Shape;34;p5"/>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61950" lvl="0" marL="457200" algn="l">
              <a:lnSpc>
                <a:spcPct val="90000"/>
              </a:lnSpc>
              <a:spcBef>
                <a:spcPts val="800"/>
              </a:spcBef>
              <a:spcAft>
                <a:spcPts val="0"/>
              </a:spcAft>
              <a:buClr>
                <a:schemeClr val="dk1"/>
              </a:buClr>
              <a:buSzPts val="2100"/>
              <a:buChar char="•"/>
              <a:defRPr>
                <a:latin typeface="Arial"/>
                <a:ea typeface="Arial"/>
                <a:cs typeface="Arial"/>
                <a:sym typeface="Arial"/>
              </a:defRPr>
            </a:lvl1pPr>
            <a:lvl2pPr indent="-342900" lvl="1" marL="914400" algn="l">
              <a:lnSpc>
                <a:spcPct val="90000"/>
              </a:lnSpc>
              <a:spcBef>
                <a:spcPts val="400"/>
              </a:spcBef>
              <a:spcAft>
                <a:spcPts val="0"/>
              </a:spcAft>
              <a:buClr>
                <a:schemeClr val="dk1"/>
              </a:buClr>
              <a:buSzPts val="1800"/>
              <a:buChar char="•"/>
              <a:defRPr>
                <a:latin typeface="Arial"/>
                <a:ea typeface="Arial"/>
                <a:cs typeface="Arial"/>
                <a:sym typeface="Arial"/>
              </a:defRPr>
            </a:lvl2pPr>
            <a:lvl3pPr indent="-323850" lvl="2" marL="1371600" algn="l">
              <a:lnSpc>
                <a:spcPct val="90000"/>
              </a:lnSpc>
              <a:spcBef>
                <a:spcPts val="400"/>
              </a:spcBef>
              <a:spcAft>
                <a:spcPts val="0"/>
              </a:spcAft>
              <a:buClr>
                <a:schemeClr val="dk1"/>
              </a:buClr>
              <a:buSzPts val="1500"/>
              <a:buChar char="•"/>
              <a:defRPr>
                <a:latin typeface="Arial"/>
                <a:ea typeface="Arial"/>
                <a:cs typeface="Arial"/>
                <a:sym typeface="Arial"/>
              </a:defRPr>
            </a:lvl3pPr>
            <a:lvl4pPr indent="-317500" lvl="3" marL="1828800" algn="l">
              <a:lnSpc>
                <a:spcPct val="90000"/>
              </a:lnSpc>
              <a:spcBef>
                <a:spcPts val="400"/>
              </a:spcBef>
              <a:spcAft>
                <a:spcPts val="0"/>
              </a:spcAft>
              <a:buClr>
                <a:schemeClr val="dk1"/>
              </a:buClr>
              <a:buSzPts val="1400"/>
              <a:buChar char="•"/>
              <a:defRPr>
                <a:latin typeface="Arial"/>
                <a:ea typeface="Arial"/>
                <a:cs typeface="Arial"/>
                <a:sym typeface="Arial"/>
              </a:defRPr>
            </a:lvl4pPr>
            <a:lvl5pPr indent="-317500" lvl="4" marL="2286000" algn="l">
              <a:lnSpc>
                <a:spcPct val="90000"/>
              </a:lnSpc>
              <a:spcBef>
                <a:spcPts val="400"/>
              </a:spcBef>
              <a:spcAft>
                <a:spcPts val="0"/>
              </a:spcAft>
              <a:buClr>
                <a:schemeClr val="dk1"/>
              </a:buClr>
              <a:buSzPts val="1400"/>
              <a:buChar char="•"/>
              <a:defRPr>
                <a:latin typeface="Arial"/>
                <a:ea typeface="Arial"/>
                <a:cs typeface="Arial"/>
                <a:sym typeface="Aria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5" name="Google Shape;35;p5"/>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61950" lvl="0" marL="457200" algn="l">
              <a:lnSpc>
                <a:spcPct val="90000"/>
              </a:lnSpc>
              <a:spcBef>
                <a:spcPts val="800"/>
              </a:spcBef>
              <a:spcAft>
                <a:spcPts val="0"/>
              </a:spcAft>
              <a:buClr>
                <a:schemeClr val="dk1"/>
              </a:buClr>
              <a:buSzPts val="2100"/>
              <a:buChar char="•"/>
              <a:defRPr>
                <a:latin typeface="Arial"/>
                <a:ea typeface="Arial"/>
                <a:cs typeface="Arial"/>
                <a:sym typeface="Arial"/>
              </a:defRPr>
            </a:lvl1pPr>
            <a:lvl2pPr indent="-342900" lvl="1" marL="914400" algn="l">
              <a:lnSpc>
                <a:spcPct val="90000"/>
              </a:lnSpc>
              <a:spcBef>
                <a:spcPts val="400"/>
              </a:spcBef>
              <a:spcAft>
                <a:spcPts val="0"/>
              </a:spcAft>
              <a:buClr>
                <a:schemeClr val="dk1"/>
              </a:buClr>
              <a:buSzPts val="1800"/>
              <a:buChar char="•"/>
              <a:defRPr>
                <a:latin typeface="Arial"/>
                <a:ea typeface="Arial"/>
                <a:cs typeface="Arial"/>
                <a:sym typeface="Arial"/>
              </a:defRPr>
            </a:lvl2pPr>
            <a:lvl3pPr indent="-323850" lvl="2" marL="1371600" algn="l">
              <a:lnSpc>
                <a:spcPct val="90000"/>
              </a:lnSpc>
              <a:spcBef>
                <a:spcPts val="400"/>
              </a:spcBef>
              <a:spcAft>
                <a:spcPts val="0"/>
              </a:spcAft>
              <a:buClr>
                <a:schemeClr val="dk1"/>
              </a:buClr>
              <a:buSzPts val="1500"/>
              <a:buChar char="•"/>
              <a:defRPr>
                <a:latin typeface="Arial"/>
                <a:ea typeface="Arial"/>
                <a:cs typeface="Arial"/>
                <a:sym typeface="Arial"/>
              </a:defRPr>
            </a:lvl3pPr>
            <a:lvl4pPr indent="-317500" lvl="3" marL="1828800" algn="l">
              <a:lnSpc>
                <a:spcPct val="90000"/>
              </a:lnSpc>
              <a:spcBef>
                <a:spcPts val="400"/>
              </a:spcBef>
              <a:spcAft>
                <a:spcPts val="0"/>
              </a:spcAft>
              <a:buClr>
                <a:schemeClr val="dk1"/>
              </a:buClr>
              <a:buSzPts val="1400"/>
              <a:buChar char="•"/>
              <a:defRPr>
                <a:latin typeface="Arial"/>
                <a:ea typeface="Arial"/>
                <a:cs typeface="Arial"/>
                <a:sym typeface="Arial"/>
              </a:defRPr>
            </a:lvl4pPr>
            <a:lvl5pPr indent="-317500" lvl="4" marL="2286000" algn="l">
              <a:lnSpc>
                <a:spcPct val="90000"/>
              </a:lnSpc>
              <a:spcBef>
                <a:spcPts val="400"/>
              </a:spcBef>
              <a:spcAft>
                <a:spcPts val="0"/>
              </a:spcAft>
              <a:buClr>
                <a:schemeClr val="dk1"/>
              </a:buClr>
              <a:buSzPts val="1400"/>
              <a:buChar char="•"/>
              <a:defRPr>
                <a:latin typeface="Arial"/>
                <a:ea typeface="Arial"/>
                <a:cs typeface="Arial"/>
                <a:sym typeface="Aria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6" name="Google Shape;36;p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7" name="Google Shape;37;p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8" name="Google Shape;38;p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b="0" i="0" sz="900" u="none" cap="none" strike="noStrike">
                <a:solidFill>
                  <a:srgbClr val="888888"/>
                </a:solidFill>
                <a:latin typeface="Arial"/>
                <a:ea typeface="Arial"/>
                <a:cs typeface="Arial"/>
                <a:sym typeface="Arial"/>
              </a:defRPr>
            </a:lvl1pPr>
            <a:lvl2pPr indent="0" lvl="1" marL="0" algn="r">
              <a:spcBef>
                <a:spcPts val="0"/>
              </a:spcBef>
              <a:buNone/>
              <a:defRPr b="0" i="0" sz="900" u="none" cap="none" strike="noStrike">
                <a:solidFill>
                  <a:srgbClr val="888888"/>
                </a:solidFill>
                <a:latin typeface="Arial"/>
                <a:ea typeface="Arial"/>
                <a:cs typeface="Arial"/>
                <a:sym typeface="Arial"/>
              </a:defRPr>
            </a:lvl2pPr>
            <a:lvl3pPr indent="0" lvl="2" marL="0" algn="r">
              <a:spcBef>
                <a:spcPts val="0"/>
              </a:spcBef>
              <a:buNone/>
              <a:defRPr b="0" i="0" sz="900" u="none" cap="none" strike="noStrike">
                <a:solidFill>
                  <a:srgbClr val="888888"/>
                </a:solidFill>
                <a:latin typeface="Arial"/>
                <a:ea typeface="Arial"/>
                <a:cs typeface="Arial"/>
                <a:sym typeface="Arial"/>
              </a:defRPr>
            </a:lvl3pPr>
            <a:lvl4pPr indent="0" lvl="3" marL="0" algn="r">
              <a:spcBef>
                <a:spcPts val="0"/>
              </a:spcBef>
              <a:buNone/>
              <a:defRPr b="0" i="0" sz="900" u="none" cap="none" strike="noStrike">
                <a:solidFill>
                  <a:srgbClr val="888888"/>
                </a:solidFill>
                <a:latin typeface="Arial"/>
                <a:ea typeface="Arial"/>
                <a:cs typeface="Arial"/>
                <a:sym typeface="Arial"/>
              </a:defRPr>
            </a:lvl4pPr>
            <a:lvl5pPr indent="0" lvl="4" marL="0" algn="r">
              <a:spcBef>
                <a:spcPts val="0"/>
              </a:spcBef>
              <a:buNone/>
              <a:defRPr b="0" i="0" sz="900" u="none" cap="none" strike="noStrike">
                <a:solidFill>
                  <a:srgbClr val="888888"/>
                </a:solidFill>
                <a:latin typeface="Arial"/>
                <a:ea typeface="Arial"/>
                <a:cs typeface="Arial"/>
                <a:sym typeface="Arial"/>
              </a:defRPr>
            </a:lvl5pPr>
            <a:lvl6pPr indent="0" lvl="5" marL="0" algn="r">
              <a:spcBef>
                <a:spcPts val="0"/>
              </a:spcBef>
              <a:buNone/>
              <a:defRPr b="0" i="0" sz="900" u="none" cap="none" strike="noStrike">
                <a:solidFill>
                  <a:srgbClr val="888888"/>
                </a:solidFill>
                <a:latin typeface="Arial"/>
                <a:ea typeface="Arial"/>
                <a:cs typeface="Arial"/>
                <a:sym typeface="Arial"/>
              </a:defRPr>
            </a:lvl6pPr>
            <a:lvl7pPr indent="0" lvl="6" marL="0" algn="r">
              <a:spcBef>
                <a:spcPts val="0"/>
              </a:spcBef>
              <a:buNone/>
              <a:defRPr b="0" i="0" sz="900" u="none" cap="none" strike="noStrike">
                <a:solidFill>
                  <a:srgbClr val="888888"/>
                </a:solidFill>
                <a:latin typeface="Arial"/>
                <a:ea typeface="Arial"/>
                <a:cs typeface="Arial"/>
                <a:sym typeface="Arial"/>
              </a:defRPr>
            </a:lvl7pPr>
            <a:lvl8pPr indent="0" lvl="7" marL="0" algn="r">
              <a:spcBef>
                <a:spcPts val="0"/>
              </a:spcBef>
              <a:buNone/>
              <a:defRPr b="0" i="0" sz="900" u="none" cap="none" strike="noStrike">
                <a:solidFill>
                  <a:srgbClr val="888888"/>
                </a:solidFill>
                <a:latin typeface="Arial"/>
                <a:ea typeface="Arial"/>
                <a:cs typeface="Arial"/>
                <a:sym typeface="Arial"/>
              </a:defRPr>
            </a:lvl8pPr>
            <a:lvl9pPr indent="0" lvl="8" mar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h"/>
              <a:t>‹#›</a:t>
            </a:fld>
            <a:endParaRPr/>
          </a:p>
        </p:txBody>
      </p:sp>
      <p:sp>
        <p:nvSpPr>
          <p:cNvPr id="39" name="Google Shape;39;p5"/>
          <p:cNvSpPr txBox="1"/>
          <p:nvPr>
            <p:ph type="title"/>
          </p:nvPr>
        </p:nvSpPr>
        <p:spPr>
          <a:xfrm>
            <a:off x="628650" y="211498"/>
            <a:ext cx="6858900" cy="3642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lt1"/>
              </a:buClr>
              <a:buSzPts val="2400"/>
              <a:buFont typeface="Arial"/>
              <a:buNone/>
              <a:defRPr b="0" sz="2400">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bg>
      <p:bgPr>
        <a:blipFill>
          <a:blip r:embed="rId2">
            <a:alphaModFix/>
          </a:blip>
          <a:stretch>
            <a:fillRect/>
          </a:stretch>
        </a:blipFill>
      </p:bgPr>
    </p:bg>
    <p:spTree>
      <p:nvGrpSpPr>
        <p:cNvPr id="40" name="Shape 40"/>
        <p:cNvGrpSpPr/>
        <p:nvPr/>
      </p:nvGrpSpPr>
      <p:grpSpPr>
        <a:xfrm>
          <a:off x="0" y="0"/>
          <a:ext cx="0" cy="0"/>
          <a:chOff x="0" y="0"/>
          <a:chExt cx="0" cy="0"/>
        </a:xfrm>
      </p:grpSpPr>
      <p:pic>
        <p:nvPicPr>
          <p:cNvPr id="41" name="Google Shape;41;p6"/>
          <p:cNvPicPr preferRelativeResize="0"/>
          <p:nvPr/>
        </p:nvPicPr>
        <p:blipFill rotWithShape="1">
          <a:blip r:embed="rId3">
            <a:alphaModFix/>
          </a:blip>
          <a:srcRect b="0" l="0" r="0" t="0"/>
          <a:stretch/>
        </p:blipFill>
        <p:spPr>
          <a:xfrm>
            <a:off x="0" y="0"/>
            <a:ext cx="9144000" cy="709613"/>
          </a:xfrm>
          <a:prstGeom prst="rect">
            <a:avLst/>
          </a:prstGeom>
          <a:noFill/>
          <a:ln>
            <a:noFill/>
          </a:ln>
        </p:spPr>
      </p:pic>
      <p:sp>
        <p:nvSpPr>
          <p:cNvPr id="42" name="Google Shape;42;p6"/>
          <p:cNvSpPr txBox="1"/>
          <p:nvPr>
            <p:ph idx="1" type="body"/>
          </p:nvPr>
        </p:nvSpPr>
        <p:spPr>
          <a:xfrm>
            <a:off x="629841" y="1260872"/>
            <a:ext cx="38682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atin typeface="Arial"/>
                <a:ea typeface="Arial"/>
                <a:cs typeface="Arial"/>
                <a:sym typeface="Arial"/>
              </a:defRPr>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3" name="Google Shape;43;p6"/>
          <p:cNvSpPr txBox="1"/>
          <p:nvPr>
            <p:ph idx="2" type="body"/>
          </p:nvPr>
        </p:nvSpPr>
        <p:spPr>
          <a:xfrm>
            <a:off x="629841" y="1878806"/>
            <a:ext cx="3868200" cy="2763300"/>
          </a:xfrm>
          <a:prstGeom prst="rect">
            <a:avLst/>
          </a:prstGeom>
          <a:noFill/>
          <a:ln>
            <a:noFill/>
          </a:ln>
        </p:spPr>
        <p:txBody>
          <a:bodyPr anchorCtr="0" anchor="t" bIns="34275" lIns="68575" spcFirstLastPara="1" rIns="68575" wrap="square" tIns="34275">
            <a:normAutofit/>
          </a:bodyPr>
          <a:lstStyle>
            <a:lvl1pPr indent="-361950" lvl="0" marL="457200" algn="l">
              <a:lnSpc>
                <a:spcPct val="90000"/>
              </a:lnSpc>
              <a:spcBef>
                <a:spcPts val="800"/>
              </a:spcBef>
              <a:spcAft>
                <a:spcPts val="0"/>
              </a:spcAft>
              <a:buClr>
                <a:schemeClr val="dk1"/>
              </a:buClr>
              <a:buSzPts val="2100"/>
              <a:buChar char="•"/>
              <a:defRPr>
                <a:latin typeface="Arial"/>
                <a:ea typeface="Arial"/>
                <a:cs typeface="Arial"/>
                <a:sym typeface="Arial"/>
              </a:defRPr>
            </a:lvl1pPr>
            <a:lvl2pPr indent="-342900" lvl="1" marL="914400" algn="l">
              <a:lnSpc>
                <a:spcPct val="90000"/>
              </a:lnSpc>
              <a:spcBef>
                <a:spcPts val="400"/>
              </a:spcBef>
              <a:spcAft>
                <a:spcPts val="0"/>
              </a:spcAft>
              <a:buClr>
                <a:schemeClr val="dk1"/>
              </a:buClr>
              <a:buSzPts val="1800"/>
              <a:buChar char="•"/>
              <a:defRPr>
                <a:latin typeface="Arial"/>
                <a:ea typeface="Arial"/>
                <a:cs typeface="Arial"/>
                <a:sym typeface="Arial"/>
              </a:defRPr>
            </a:lvl2pPr>
            <a:lvl3pPr indent="-323850" lvl="2" marL="1371600" algn="l">
              <a:lnSpc>
                <a:spcPct val="90000"/>
              </a:lnSpc>
              <a:spcBef>
                <a:spcPts val="400"/>
              </a:spcBef>
              <a:spcAft>
                <a:spcPts val="0"/>
              </a:spcAft>
              <a:buClr>
                <a:schemeClr val="dk1"/>
              </a:buClr>
              <a:buSzPts val="1500"/>
              <a:buChar char="•"/>
              <a:defRPr>
                <a:latin typeface="Arial"/>
                <a:ea typeface="Arial"/>
                <a:cs typeface="Arial"/>
                <a:sym typeface="Arial"/>
              </a:defRPr>
            </a:lvl3pPr>
            <a:lvl4pPr indent="-317500" lvl="3" marL="1828800" algn="l">
              <a:lnSpc>
                <a:spcPct val="90000"/>
              </a:lnSpc>
              <a:spcBef>
                <a:spcPts val="400"/>
              </a:spcBef>
              <a:spcAft>
                <a:spcPts val="0"/>
              </a:spcAft>
              <a:buClr>
                <a:schemeClr val="dk1"/>
              </a:buClr>
              <a:buSzPts val="1400"/>
              <a:buChar char="•"/>
              <a:defRPr>
                <a:latin typeface="Arial"/>
                <a:ea typeface="Arial"/>
                <a:cs typeface="Arial"/>
                <a:sym typeface="Arial"/>
              </a:defRPr>
            </a:lvl4pPr>
            <a:lvl5pPr indent="-317500" lvl="4" marL="2286000" algn="l">
              <a:lnSpc>
                <a:spcPct val="90000"/>
              </a:lnSpc>
              <a:spcBef>
                <a:spcPts val="400"/>
              </a:spcBef>
              <a:spcAft>
                <a:spcPts val="0"/>
              </a:spcAft>
              <a:buClr>
                <a:schemeClr val="dk1"/>
              </a:buClr>
              <a:buSzPts val="1400"/>
              <a:buChar char="•"/>
              <a:defRPr>
                <a:latin typeface="Arial"/>
                <a:ea typeface="Arial"/>
                <a:cs typeface="Arial"/>
                <a:sym typeface="Aria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4" name="Google Shape;44;p6"/>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atin typeface="Arial"/>
                <a:ea typeface="Arial"/>
                <a:cs typeface="Arial"/>
                <a:sym typeface="Arial"/>
              </a:defRPr>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5" name="Google Shape;45;p6"/>
          <p:cNvSpPr txBox="1"/>
          <p:nvPr>
            <p:ph idx="4" type="body"/>
          </p:nvPr>
        </p:nvSpPr>
        <p:spPr>
          <a:xfrm>
            <a:off x="4629150" y="1878806"/>
            <a:ext cx="3887400" cy="2763300"/>
          </a:xfrm>
          <a:prstGeom prst="rect">
            <a:avLst/>
          </a:prstGeom>
          <a:noFill/>
          <a:ln>
            <a:noFill/>
          </a:ln>
        </p:spPr>
        <p:txBody>
          <a:bodyPr anchorCtr="0" anchor="t" bIns="34275" lIns="68575" spcFirstLastPara="1" rIns="68575" wrap="square" tIns="34275">
            <a:normAutofit/>
          </a:bodyPr>
          <a:lstStyle>
            <a:lvl1pPr indent="-361950" lvl="0" marL="457200" algn="l">
              <a:lnSpc>
                <a:spcPct val="90000"/>
              </a:lnSpc>
              <a:spcBef>
                <a:spcPts val="800"/>
              </a:spcBef>
              <a:spcAft>
                <a:spcPts val="0"/>
              </a:spcAft>
              <a:buClr>
                <a:schemeClr val="dk1"/>
              </a:buClr>
              <a:buSzPts val="2100"/>
              <a:buChar char="•"/>
              <a:defRPr>
                <a:latin typeface="Arial"/>
                <a:ea typeface="Arial"/>
                <a:cs typeface="Arial"/>
                <a:sym typeface="Arial"/>
              </a:defRPr>
            </a:lvl1pPr>
            <a:lvl2pPr indent="-342900" lvl="1" marL="914400" algn="l">
              <a:lnSpc>
                <a:spcPct val="90000"/>
              </a:lnSpc>
              <a:spcBef>
                <a:spcPts val="400"/>
              </a:spcBef>
              <a:spcAft>
                <a:spcPts val="0"/>
              </a:spcAft>
              <a:buClr>
                <a:schemeClr val="dk1"/>
              </a:buClr>
              <a:buSzPts val="1800"/>
              <a:buChar char="•"/>
              <a:defRPr>
                <a:latin typeface="Arial"/>
                <a:ea typeface="Arial"/>
                <a:cs typeface="Arial"/>
                <a:sym typeface="Arial"/>
              </a:defRPr>
            </a:lvl2pPr>
            <a:lvl3pPr indent="-323850" lvl="2" marL="1371600" algn="l">
              <a:lnSpc>
                <a:spcPct val="90000"/>
              </a:lnSpc>
              <a:spcBef>
                <a:spcPts val="400"/>
              </a:spcBef>
              <a:spcAft>
                <a:spcPts val="0"/>
              </a:spcAft>
              <a:buClr>
                <a:schemeClr val="dk1"/>
              </a:buClr>
              <a:buSzPts val="1500"/>
              <a:buChar char="•"/>
              <a:defRPr>
                <a:latin typeface="Arial"/>
                <a:ea typeface="Arial"/>
                <a:cs typeface="Arial"/>
                <a:sym typeface="Arial"/>
              </a:defRPr>
            </a:lvl3pPr>
            <a:lvl4pPr indent="-317500" lvl="3" marL="1828800" algn="l">
              <a:lnSpc>
                <a:spcPct val="90000"/>
              </a:lnSpc>
              <a:spcBef>
                <a:spcPts val="400"/>
              </a:spcBef>
              <a:spcAft>
                <a:spcPts val="0"/>
              </a:spcAft>
              <a:buClr>
                <a:schemeClr val="dk1"/>
              </a:buClr>
              <a:buSzPts val="1400"/>
              <a:buChar char="•"/>
              <a:defRPr>
                <a:latin typeface="Arial"/>
                <a:ea typeface="Arial"/>
                <a:cs typeface="Arial"/>
                <a:sym typeface="Arial"/>
              </a:defRPr>
            </a:lvl4pPr>
            <a:lvl5pPr indent="-317500" lvl="4" marL="2286000" algn="l">
              <a:lnSpc>
                <a:spcPct val="90000"/>
              </a:lnSpc>
              <a:spcBef>
                <a:spcPts val="400"/>
              </a:spcBef>
              <a:spcAft>
                <a:spcPts val="0"/>
              </a:spcAft>
              <a:buClr>
                <a:schemeClr val="dk1"/>
              </a:buClr>
              <a:buSzPts val="1400"/>
              <a:buChar char="•"/>
              <a:defRPr>
                <a:latin typeface="Arial"/>
                <a:ea typeface="Arial"/>
                <a:cs typeface="Arial"/>
                <a:sym typeface="Aria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6" name="Google Shape;46;p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7" name="Google Shape;47;p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Google Shape;48;p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b="0" i="0" sz="900" u="none" cap="none" strike="noStrike">
                <a:solidFill>
                  <a:srgbClr val="888888"/>
                </a:solidFill>
                <a:latin typeface="Arial"/>
                <a:ea typeface="Arial"/>
                <a:cs typeface="Arial"/>
                <a:sym typeface="Arial"/>
              </a:defRPr>
            </a:lvl1pPr>
            <a:lvl2pPr indent="0" lvl="1" marL="0" algn="r">
              <a:spcBef>
                <a:spcPts val="0"/>
              </a:spcBef>
              <a:buNone/>
              <a:defRPr b="0" i="0" sz="900" u="none" cap="none" strike="noStrike">
                <a:solidFill>
                  <a:srgbClr val="888888"/>
                </a:solidFill>
                <a:latin typeface="Arial"/>
                <a:ea typeface="Arial"/>
                <a:cs typeface="Arial"/>
                <a:sym typeface="Arial"/>
              </a:defRPr>
            </a:lvl2pPr>
            <a:lvl3pPr indent="0" lvl="2" marL="0" algn="r">
              <a:spcBef>
                <a:spcPts val="0"/>
              </a:spcBef>
              <a:buNone/>
              <a:defRPr b="0" i="0" sz="900" u="none" cap="none" strike="noStrike">
                <a:solidFill>
                  <a:srgbClr val="888888"/>
                </a:solidFill>
                <a:latin typeface="Arial"/>
                <a:ea typeface="Arial"/>
                <a:cs typeface="Arial"/>
                <a:sym typeface="Arial"/>
              </a:defRPr>
            </a:lvl3pPr>
            <a:lvl4pPr indent="0" lvl="3" marL="0" algn="r">
              <a:spcBef>
                <a:spcPts val="0"/>
              </a:spcBef>
              <a:buNone/>
              <a:defRPr b="0" i="0" sz="900" u="none" cap="none" strike="noStrike">
                <a:solidFill>
                  <a:srgbClr val="888888"/>
                </a:solidFill>
                <a:latin typeface="Arial"/>
                <a:ea typeface="Arial"/>
                <a:cs typeface="Arial"/>
                <a:sym typeface="Arial"/>
              </a:defRPr>
            </a:lvl4pPr>
            <a:lvl5pPr indent="0" lvl="4" marL="0" algn="r">
              <a:spcBef>
                <a:spcPts val="0"/>
              </a:spcBef>
              <a:buNone/>
              <a:defRPr b="0" i="0" sz="900" u="none" cap="none" strike="noStrike">
                <a:solidFill>
                  <a:srgbClr val="888888"/>
                </a:solidFill>
                <a:latin typeface="Arial"/>
                <a:ea typeface="Arial"/>
                <a:cs typeface="Arial"/>
                <a:sym typeface="Arial"/>
              </a:defRPr>
            </a:lvl5pPr>
            <a:lvl6pPr indent="0" lvl="5" marL="0" algn="r">
              <a:spcBef>
                <a:spcPts val="0"/>
              </a:spcBef>
              <a:buNone/>
              <a:defRPr b="0" i="0" sz="900" u="none" cap="none" strike="noStrike">
                <a:solidFill>
                  <a:srgbClr val="888888"/>
                </a:solidFill>
                <a:latin typeface="Arial"/>
                <a:ea typeface="Arial"/>
                <a:cs typeface="Arial"/>
                <a:sym typeface="Arial"/>
              </a:defRPr>
            </a:lvl6pPr>
            <a:lvl7pPr indent="0" lvl="6" marL="0" algn="r">
              <a:spcBef>
                <a:spcPts val="0"/>
              </a:spcBef>
              <a:buNone/>
              <a:defRPr b="0" i="0" sz="900" u="none" cap="none" strike="noStrike">
                <a:solidFill>
                  <a:srgbClr val="888888"/>
                </a:solidFill>
                <a:latin typeface="Arial"/>
                <a:ea typeface="Arial"/>
                <a:cs typeface="Arial"/>
                <a:sym typeface="Arial"/>
              </a:defRPr>
            </a:lvl7pPr>
            <a:lvl8pPr indent="0" lvl="7" marL="0" algn="r">
              <a:spcBef>
                <a:spcPts val="0"/>
              </a:spcBef>
              <a:buNone/>
              <a:defRPr b="0" i="0" sz="900" u="none" cap="none" strike="noStrike">
                <a:solidFill>
                  <a:srgbClr val="888888"/>
                </a:solidFill>
                <a:latin typeface="Arial"/>
                <a:ea typeface="Arial"/>
                <a:cs typeface="Arial"/>
                <a:sym typeface="Arial"/>
              </a:defRPr>
            </a:lvl8pPr>
            <a:lvl9pPr indent="0" lvl="8" mar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h"/>
              <a:t>‹#›</a:t>
            </a:fld>
            <a:endParaRPr/>
          </a:p>
        </p:txBody>
      </p:sp>
      <p:sp>
        <p:nvSpPr>
          <p:cNvPr id="49" name="Google Shape;49;p6"/>
          <p:cNvSpPr txBox="1"/>
          <p:nvPr>
            <p:ph type="title"/>
          </p:nvPr>
        </p:nvSpPr>
        <p:spPr>
          <a:xfrm>
            <a:off x="628650" y="211498"/>
            <a:ext cx="6858900" cy="3642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lt1"/>
              </a:buClr>
              <a:buSzPts val="2400"/>
              <a:buFont typeface="Arial"/>
              <a:buNone/>
              <a:defRPr b="0" sz="2400">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bg>
      <p:bgPr>
        <a:blipFill>
          <a:blip r:embed="rId2">
            <a:alphaModFix/>
          </a:blip>
          <a:stretch>
            <a:fillRect/>
          </a:stretch>
        </a:blipFill>
      </p:bgPr>
    </p:bg>
    <p:spTree>
      <p:nvGrpSpPr>
        <p:cNvPr id="50" name="Shape 50"/>
        <p:cNvGrpSpPr/>
        <p:nvPr/>
      </p:nvGrpSpPr>
      <p:grpSpPr>
        <a:xfrm>
          <a:off x="0" y="0"/>
          <a:ext cx="0" cy="0"/>
          <a:chOff x="0" y="0"/>
          <a:chExt cx="0" cy="0"/>
        </a:xfrm>
      </p:grpSpPr>
      <p:sp>
        <p:nvSpPr>
          <p:cNvPr id="51" name="Google Shape;51;p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Google Shape;52;p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Google Shape;53;p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b="0" i="0" sz="900" u="none" cap="none" strike="noStrike">
                <a:solidFill>
                  <a:srgbClr val="888888"/>
                </a:solidFill>
                <a:latin typeface="Arial"/>
                <a:ea typeface="Arial"/>
                <a:cs typeface="Arial"/>
                <a:sym typeface="Arial"/>
              </a:defRPr>
            </a:lvl1pPr>
            <a:lvl2pPr indent="0" lvl="1" marL="0" algn="r">
              <a:spcBef>
                <a:spcPts val="0"/>
              </a:spcBef>
              <a:buNone/>
              <a:defRPr b="0" i="0" sz="900" u="none" cap="none" strike="noStrike">
                <a:solidFill>
                  <a:srgbClr val="888888"/>
                </a:solidFill>
                <a:latin typeface="Arial"/>
                <a:ea typeface="Arial"/>
                <a:cs typeface="Arial"/>
                <a:sym typeface="Arial"/>
              </a:defRPr>
            </a:lvl2pPr>
            <a:lvl3pPr indent="0" lvl="2" marL="0" algn="r">
              <a:spcBef>
                <a:spcPts val="0"/>
              </a:spcBef>
              <a:buNone/>
              <a:defRPr b="0" i="0" sz="900" u="none" cap="none" strike="noStrike">
                <a:solidFill>
                  <a:srgbClr val="888888"/>
                </a:solidFill>
                <a:latin typeface="Arial"/>
                <a:ea typeface="Arial"/>
                <a:cs typeface="Arial"/>
                <a:sym typeface="Arial"/>
              </a:defRPr>
            </a:lvl3pPr>
            <a:lvl4pPr indent="0" lvl="3" marL="0" algn="r">
              <a:spcBef>
                <a:spcPts val="0"/>
              </a:spcBef>
              <a:buNone/>
              <a:defRPr b="0" i="0" sz="900" u="none" cap="none" strike="noStrike">
                <a:solidFill>
                  <a:srgbClr val="888888"/>
                </a:solidFill>
                <a:latin typeface="Arial"/>
                <a:ea typeface="Arial"/>
                <a:cs typeface="Arial"/>
                <a:sym typeface="Arial"/>
              </a:defRPr>
            </a:lvl4pPr>
            <a:lvl5pPr indent="0" lvl="4" marL="0" algn="r">
              <a:spcBef>
                <a:spcPts val="0"/>
              </a:spcBef>
              <a:buNone/>
              <a:defRPr b="0" i="0" sz="900" u="none" cap="none" strike="noStrike">
                <a:solidFill>
                  <a:srgbClr val="888888"/>
                </a:solidFill>
                <a:latin typeface="Arial"/>
                <a:ea typeface="Arial"/>
                <a:cs typeface="Arial"/>
                <a:sym typeface="Arial"/>
              </a:defRPr>
            </a:lvl5pPr>
            <a:lvl6pPr indent="0" lvl="5" marL="0" algn="r">
              <a:spcBef>
                <a:spcPts val="0"/>
              </a:spcBef>
              <a:buNone/>
              <a:defRPr b="0" i="0" sz="900" u="none" cap="none" strike="noStrike">
                <a:solidFill>
                  <a:srgbClr val="888888"/>
                </a:solidFill>
                <a:latin typeface="Arial"/>
                <a:ea typeface="Arial"/>
                <a:cs typeface="Arial"/>
                <a:sym typeface="Arial"/>
              </a:defRPr>
            </a:lvl6pPr>
            <a:lvl7pPr indent="0" lvl="6" marL="0" algn="r">
              <a:spcBef>
                <a:spcPts val="0"/>
              </a:spcBef>
              <a:buNone/>
              <a:defRPr b="0" i="0" sz="900" u="none" cap="none" strike="noStrike">
                <a:solidFill>
                  <a:srgbClr val="888888"/>
                </a:solidFill>
                <a:latin typeface="Arial"/>
                <a:ea typeface="Arial"/>
                <a:cs typeface="Arial"/>
                <a:sym typeface="Arial"/>
              </a:defRPr>
            </a:lvl7pPr>
            <a:lvl8pPr indent="0" lvl="7" marL="0" algn="r">
              <a:spcBef>
                <a:spcPts val="0"/>
              </a:spcBef>
              <a:buNone/>
              <a:defRPr b="0" i="0" sz="900" u="none" cap="none" strike="noStrike">
                <a:solidFill>
                  <a:srgbClr val="888888"/>
                </a:solidFill>
                <a:latin typeface="Arial"/>
                <a:ea typeface="Arial"/>
                <a:cs typeface="Arial"/>
                <a:sym typeface="Arial"/>
              </a:defRPr>
            </a:lvl8pPr>
            <a:lvl9pPr indent="0" lvl="8" mar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h"/>
              <a:t>‹#›</a:t>
            </a:fld>
            <a:endParaRPr/>
          </a:p>
        </p:txBody>
      </p:sp>
      <p:pic>
        <p:nvPicPr>
          <p:cNvPr id="54" name="Google Shape;54;p7"/>
          <p:cNvPicPr preferRelativeResize="0"/>
          <p:nvPr/>
        </p:nvPicPr>
        <p:blipFill rotWithShape="1">
          <a:blip r:embed="rId3">
            <a:alphaModFix/>
          </a:blip>
          <a:srcRect b="0" l="0" r="0" t="0"/>
          <a:stretch/>
        </p:blipFill>
        <p:spPr>
          <a:xfrm>
            <a:off x="0" y="0"/>
            <a:ext cx="9144000" cy="709613"/>
          </a:xfrm>
          <a:prstGeom prst="rect">
            <a:avLst/>
          </a:prstGeom>
          <a:noFill/>
          <a:ln>
            <a:noFill/>
          </a:ln>
        </p:spPr>
      </p:pic>
      <p:sp>
        <p:nvSpPr>
          <p:cNvPr id="55" name="Google Shape;55;p7"/>
          <p:cNvSpPr txBox="1"/>
          <p:nvPr>
            <p:ph type="title"/>
          </p:nvPr>
        </p:nvSpPr>
        <p:spPr>
          <a:xfrm>
            <a:off x="628650" y="211498"/>
            <a:ext cx="6858900" cy="3642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lt1"/>
              </a:buClr>
              <a:buSzPts val="2400"/>
              <a:buFont typeface="Arial"/>
              <a:buNone/>
              <a:defRPr b="0" sz="2400">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blipFill>
          <a:blip r:embed="rId2">
            <a:alphaModFix/>
          </a:blip>
          <a:stretch>
            <a:fillRect/>
          </a:stretch>
        </a:blipFill>
      </p:bgPr>
    </p:bg>
    <p:spTree>
      <p:nvGrpSpPr>
        <p:cNvPr id="56" name="Shape 56"/>
        <p:cNvGrpSpPr/>
        <p:nvPr/>
      </p:nvGrpSpPr>
      <p:grpSpPr>
        <a:xfrm>
          <a:off x="0" y="0"/>
          <a:ext cx="0" cy="0"/>
          <a:chOff x="0" y="0"/>
          <a:chExt cx="0" cy="0"/>
        </a:xfrm>
      </p:grpSpPr>
      <p:sp>
        <p:nvSpPr>
          <p:cNvPr id="57" name="Google Shape;57;p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8" name="Google Shape;58;p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Google Shape;59;p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b="0" i="0" sz="900" u="none" cap="none" strike="noStrike">
                <a:solidFill>
                  <a:srgbClr val="888888"/>
                </a:solidFill>
                <a:latin typeface="Arial"/>
                <a:ea typeface="Arial"/>
                <a:cs typeface="Arial"/>
                <a:sym typeface="Arial"/>
              </a:defRPr>
            </a:lvl1pPr>
            <a:lvl2pPr indent="0" lvl="1" marL="0" algn="r">
              <a:spcBef>
                <a:spcPts val="0"/>
              </a:spcBef>
              <a:buNone/>
              <a:defRPr b="0" i="0" sz="900" u="none" cap="none" strike="noStrike">
                <a:solidFill>
                  <a:srgbClr val="888888"/>
                </a:solidFill>
                <a:latin typeface="Arial"/>
                <a:ea typeface="Arial"/>
                <a:cs typeface="Arial"/>
                <a:sym typeface="Arial"/>
              </a:defRPr>
            </a:lvl2pPr>
            <a:lvl3pPr indent="0" lvl="2" marL="0" algn="r">
              <a:spcBef>
                <a:spcPts val="0"/>
              </a:spcBef>
              <a:buNone/>
              <a:defRPr b="0" i="0" sz="900" u="none" cap="none" strike="noStrike">
                <a:solidFill>
                  <a:srgbClr val="888888"/>
                </a:solidFill>
                <a:latin typeface="Arial"/>
                <a:ea typeface="Arial"/>
                <a:cs typeface="Arial"/>
                <a:sym typeface="Arial"/>
              </a:defRPr>
            </a:lvl3pPr>
            <a:lvl4pPr indent="0" lvl="3" marL="0" algn="r">
              <a:spcBef>
                <a:spcPts val="0"/>
              </a:spcBef>
              <a:buNone/>
              <a:defRPr b="0" i="0" sz="900" u="none" cap="none" strike="noStrike">
                <a:solidFill>
                  <a:srgbClr val="888888"/>
                </a:solidFill>
                <a:latin typeface="Arial"/>
                <a:ea typeface="Arial"/>
                <a:cs typeface="Arial"/>
                <a:sym typeface="Arial"/>
              </a:defRPr>
            </a:lvl4pPr>
            <a:lvl5pPr indent="0" lvl="4" marL="0" algn="r">
              <a:spcBef>
                <a:spcPts val="0"/>
              </a:spcBef>
              <a:buNone/>
              <a:defRPr b="0" i="0" sz="900" u="none" cap="none" strike="noStrike">
                <a:solidFill>
                  <a:srgbClr val="888888"/>
                </a:solidFill>
                <a:latin typeface="Arial"/>
                <a:ea typeface="Arial"/>
                <a:cs typeface="Arial"/>
                <a:sym typeface="Arial"/>
              </a:defRPr>
            </a:lvl5pPr>
            <a:lvl6pPr indent="0" lvl="5" marL="0" algn="r">
              <a:spcBef>
                <a:spcPts val="0"/>
              </a:spcBef>
              <a:buNone/>
              <a:defRPr b="0" i="0" sz="900" u="none" cap="none" strike="noStrike">
                <a:solidFill>
                  <a:srgbClr val="888888"/>
                </a:solidFill>
                <a:latin typeface="Arial"/>
                <a:ea typeface="Arial"/>
                <a:cs typeface="Arial"/>
                <a:sym typeface="Arial"/>
              </a:defRPr>
            </a:lvl6pPr>
            <a:lvl7pPr indent="0" lvl="6" marL="0" algn="r">
              <a:spcBef>
                <a:spcPts val="0"/>
              </a:spcBef>
              <a:buNone/>
              <a:defRPr b="0" i="0" sz="900" u="none" cap="none" strike="noStrike">
                <a:solidFill>
                  <a:srgbClr val="888888"/>
                </a:solidFill>
                <a:latin typeface="Arial"/>
                <a:ea typeface="Arial"/>
                <a:cs typeface="Arial"/>
                <a:sym typeface="Arial"/>
              </a:defRPr>
            </a:lvl7pPr>
            <a:lvl8pPr indent="0" lvl="7" marL="0" algn="r">
              <a:spcBef>
                <a:spcPts val="0"/>
              </a:spcBef>
              <a:buNone/>
              <a:defRPr b="0" i="0" sz="900" u="none" cap="none" strike="noStrike">
                <a:solidFill>
                  <a:srgbClr val="888888"/>
                </a:solidFill>
                <a:latin typeface="Arial"/>
                <a:ea typeface="Arial"/>
                <a:cs typeface="Arial"/>
                <a:sym typeface="Arial"/>
              </a:defRPr>
            </a:lvl8pPr>
            <a:lvl9pPr indent="0" lvl="8" mar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h"/>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bg>
      <p:bgPr>
        <a:blipFill>
          <a:blip r:embed="rId2">
            <a:alphaModFix/>
          </a:blip>
          <a:stretch>
            <a:fillRect/>
          </a:stretch>
        </a:blipFill>
      </p:bgPr>
    </p:bg>
    <p:spTree>
      <p:nvGrpSpPr>
        <p:cNvPr id="60" name="Shape 60"/>
        <p:cNvGrpSpPr/>
        <p:nvPr/>
      </p:nvGrpSpPr>
      <p:grpSpPr>
        <a:xfrm>
          <a:off x="0" y="0"/>
          <a:ext cx="0" cy="0"/>
          <a:chOff x="0" y="0"/>
          <a:chExt cx="0" cy="0"/>
        </a:xfrm>
      </p:grpSpPr>
      <p:sp>
        <p:nvSpPr>
          <p:cNvPr id="61" name="Google Shape;61;p9"/>
          <p:cNvSpPr txBox="1"/>
          <p:nvPr>
            <p:ph type="title"/>
          </p:nvPr>
        </p:nvSpPr>
        <p:spPr>
          <a:xfrm>
            <a:off x="629841" y="342900"/>
            <a:ext cx="29493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2" name="Google Shape;62;p9"/>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atin typeface="Arial"/>
                <a:ea typeface="Arial"/>
                <a:cs typeface="Arial"/>
                <a:sym typeface="Arial"/>
              </a:defRPr>
            </a:lvl1pPr>
            <a:lvl2pPr indent="-361950" lvl="1" marL="914400" algn="l">
              <a:lnSpc>
                <a:spcPct val="90000"/>
              </a:lnSpc>
              <a:spcBef>
                <a:spcPts val="400"/>
              </a:spcBef>
              <a:spcAft>
                <a:spcPts val="0"/>
              </a:spcAft>
              <a:buClr>
                <a:schemeClr val="dk1"/>
              </a:buClr>
              <a:buSzPts val="2100"/>
              <a:buChar char="•"/>
              <a:defRPr sz="2100">
                <a:latin typeface="Arial"/>
                <a:ea typeface="Arial"/>
                <a:cs typeface="Arial"/>
                <a:sym typeface="Arial"/>
              </a:defRPr>
            </a:lvl2pPr>
            <a:lvl3pPr indent="-342900" lvl="2" marL="1371600" algn="l">
              <a:lnSpc>
                <a:spcPct val="90000"/>
              </a:lnSpc>
              <a:spcBef>
                <a:spcPts val="400"/>
              </a:spcBef>
              <a:spcAft>
                <a:spcPts val="0"/>
              </a:spcAft>
              <a:buClr>
                <a:schemeClr val="dk1"/>
              </a:buClr>
              <a:buSzPts val="1800"/>
              <a:buChar char="•"/>
              <a:defRPr sz="1800">
                <a:latin typeface="Arial"/>
                <a:ea typeface="Arial"/>
                <a:cs typeface="Arial"/>
                <a:sym typeface="Arial"/>
              </a:defRPr>
            </a:lvl3pPr>
            <a:lvl4pPr indent="-323850" lvl="3" marL="1828800" algn="l">
              <a:lnSpc>
                <a:spcPct val="90000"/>
              </a:lnSpc>
              <a:spcBef>
                <a:spcPts val="400"/>
              </a:spcBef>
              <a:spcAft>
                <a:spcPts val="0"/>
              </a:spcAft>
              <a:buClr>
                <a:schemeClr val="dk1"/>
              </a:buClr>
              <a:buSzPts val="1500"/>
              <a:buChar char="•"/>
              <a:defRPr sz="1500">
                <a:latin typeface="Arial"/>
                <a:ea typeface="Arial"/>
                <a:cs typeface="Arial"/>
                <a:sym typeface="Arial"/>
              </a:defRPr>
            </a:lvl4pPr>
            <a:lvl5pPr indent="-323850" lvl="4" marL="2286000" algn="l">
              <a:lnSpc>
                <a:spcPct val="90000"/>
              </a:lnSpc>
              <a:spcBef>
                <a:spcPts val="400"/>
              </a:spcBef>
              <a:spcAft>
                <a:spcPts val="0"/>
              </a:spcAft>
              <a:buClr>
                <a:schemeClr val="dk1"/>
              </a:buClr>
              <a:buSzPts val="1500"/>
              <a:buChar char="•"/>
              <a:defRPr sz="1500">
                <a:latin typeface="Arial"/>
                <a:ea typeface="Arial"/>
                <a:cs typeface="Arial"/>
                <a:sym typeface="Arial"/>
              </a:defRPr>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63" name="Google Shape;63;p9"/>
          <p:cNvSpPr txBox="1"/>
          <p:nvPr>
            <p:ph idx="2" type="body"/>
          </p:nvPr>
        </p:nvSpPr>
        <p:spPr>
          <a:xfrm>
            <a:off x="629841" y="1543050"/>
            <a:ext cx="29493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atin typeface="Arial"/>
                <a:ea typeface="Arial"/>
                <a:cs typeface="Arial"/>
                <a:sym typeface="Arial"/>
              </a:defRPr>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4" name="Google Shape;64;p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5" name="Google Shape;65;p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Google Shape;66;p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b="0" i="0" sz="900" u="none" cap="none" strike="noStrike">
                <a:solidFill>
                  <a:srgbClr val="888888"/>
                </a:solidFill>
                <a:latin typeface="Arial"/>
                <a:ea typeface="Arial"/>
                <a:cs typeface="Arial"/>
                <a:sym typeface="Arial"/>
              </a:defRPr>
            </a:lvl1pPr>
            <a:lvl2pPr indent="0" lvl="1" marL="0" algn="r">
              <a:spcBef>
                <a:spcPts val="0"/>
              </a:spcBef>
              <a:buNone/>
              <a:defRPr b="0" i="0" sz="900" u="none" cap="none" strike="noStrike">
                <a:solidFill>
                  <a:srgbClr val="888888"/>
                </a:solidFill>
                <a:latin typeface="Arial"/>
                <a:ea typeface="Arial"/>
                <a:cs typeface="Arial"/>
                <a:sym typeface="Arial"/>
              </a:defRPr>
            </a:lvl2pPr>
            <a:lvl3pPr indent="0" lvl="2" marL="0" algn="r">
              <a:spcBef>
                <a:spcPts val="0"/>
              </a:spcBef>
              <a:buNone/>
              <a:defRPr b="0" i="0" sz="900" u="none" cap="none" strike="noStrike">
                <a:solidFill>
                  <a:srgbClr val="888888"/>
                </a:solidFill>
                <a:latin typeface="Arial"/>
                <a:ea typeface="Arial"/>
                <a:cs typeface="Arial"/>
                <a:sym typeface="Arial"/>
              </a:defRPr>
            </a:lvl3pPr>
            <a:lvl4pPr indent="0" lvl="3" marL="0" algn="r">
              <a:spcBef>
                <a:spcPts val="0"/>
              </a:spcBef>
              <a:buNone/>
              <a:defRPr b="0" i="0" sz="900" u="none" cap="none" strike="noStrike">
                <a:solidFill>
                  <a:srgbClr val="888888"/>
                </a:solidFill>
                <a:latin typeface="Arial"/>
                <a:ea typeface="Arial"/>
                <a:cs typeface="Arial"/>
                <a:sym typeface="Arial"/>
              </a:defRPr>
            </a:lvl4pPr>
            <a:lvl5pPr indent="0" lvl="4" marL="0" algn="r">
              <a:spcBef>
                <a:spcPts val="0"/>
              </a:spcBef>
              <a:buNone/>
              <a:defRPr b="0" i="0" sz="900" u="none" cap="none" strike="noStrike">
                <a:solidFill>
                  <a:srgbClr val="888888"/>
                </a:solidFill>
                <a:latin typeface="Arial"/>
                <a:ea typeface="Arial"/>
                <a:cs typeface="Arial"/>
                <a:sym typeface="Arial"/>
              </a:defRPr>
            </a:lvl5pPr>
            <a:lvl6pPr indent="0" lvl="5" marL="0" algn="r">
              <a:spcBef>
                <a:spcPts val="0"/>
              </a:spcBef>
              <a:buNone/>
              <a:defRPr b="0" i="0" sz="900" u="none" cap="none" strike="noStrike">
                <a:solidFill>
                  <a:srgbClr val="888888"/>
                </a:solidFill>
                <a:latin typeface="Arial"/>
                <a:ea typeface="Arial"/>
                <a:cs typeface="Arial"/>
                <a:sym typeface="Arial"/>
              </a:defRPr>
            </a:lvl6pPr>
            <a:lvl7pPr indent="0" lvl="6" marL="0" algn="r">
              <a:spcBef>
                <a:spcPts val="0"/>
              </a:spcBef>
              <a:buNone/>
              <a:defRPr b="0" i="0" sz="900" u="none" cap="none" strike="noStrike">
                <a:solidFill>
                  <a:srgbClr val="888888"/>
                </a:solidFill>
                <a:latin typeface="Arial"/>
                <a:ea typeface="Arial"/>
                <a:cs typeface="Arial"/>
                <a:sym typeface="Arial"/>
              </a:defRPr>
            </a:lvl7pPr>
            <a:lvl8pPr indent="0" lvl="7" marL="0" algn="r">
              <a:spcBef>
                <a:spcPts val="0"/>
              </a:spcBef>
              <a:buNone/>
              <a:defRPr b="0" i="0" sz="900" u="none" cap="none" strike="noStrike">
                <a:solidFill>
                  <a:srgbClr val="888888"/>
                </a:solidFill>
                <a:latin typeface="Arial"/>
                <a:ea typeface="Arial"/>
                <a:cs typeface="Arial"/>
                <a:sym typeface="Arial"/>
              </a:defRPr>
            </a:lvl8pPr>
            <a:lvl9pPr indent="0" lvl="8" mar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h"/>
              <a:t>‹#›</a:t>
            </a:fld>
            <a:endParaRPr/>
          </a:p>
        </p:txBody>
      </p:sp>
      <p:pic>
        <p:nvPicPr>
          <p:cNvPr id="67" name="Google Shape;67;p9"/>
          <p:cNvPicPr preferRelativeResize="0"/>
          <p:nvPr/>
        </p:nvPicPr>
        <p:blipFill rotWithShape="1">
          <a:blip r:embed="rId3">
            <a:alphaModFix/>
          </a:blip>
          <a:srcRect b="0" l="0" r="0" t="0"/>
          <a:stretch/>
        </p:blipFill>
        <p:spPr>
          <a:xfrm>
            <a:off x="0" y="0"/>
            <a:ext cx="9144000" cy="709613"/>
          </a:xfrm>
          <a:prstGeom prst="rect">
            <a:avLst/>
          </a:prstGeom>
          <a:noFill/>
          <a:ln>
            <a:noFill/>
          </a:ln>
        </p:spPr>
      </p:pic>
      <p:sp>
        <p:nvSpPr>
          <p:cNvPr id="68" name="Google Shape;68;p9"/>
          <p:cNvSpPr txBox="1"/>
          <p:nvPr/>
        </p:nvSpPr>
        <p:spPr>
          <a:xfrm>
            <a:off x="628650" y="211498"/>
            <a:ext cx="6858900" cy="3642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chemeClr val="lt1"/>
              </a:buClr>
              <a:buSzPts val="2400"/>
              <a:buFont typeface="Arial"/>
              <a:buNone/>
            </a:pPr>
            <a:r>
              <a:rPr b="0" i="0" lang="th" sz="2400" u="none" cap="none" strike="noStrike">
                <a:solidFill>
                  <a:schemeClr val="lt1"/>
                </a:solidFill>
                <a:latin typeface="Arial"/>
                <a:ea typeface="Arial"/>
                <a:cs typeface="Arial"/>
                <a:sym typeface="Arial"/>
              </a:rPr>
              <a:t>Click to edit Master title style</a:t>
            </a:r>
            <a:endParaRPr b="0" i="0" sz="24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bg>
      <p:bgPr>
        <a:blipFill>
          <a:blip r:embed="rId2">
            <a:alphaModFix/>
          </a:blip>
          <a:stretch>
            <a:fillRect/>
          </a:stretch>
        </a:blipFill>
      </p:bgPr>
    </p:bg>
    <p:spTree>
      <p:nvGrpSpPr>
        <p:cNvPr id="69" name="Shape 69"/>
        <p:cNvGrpSpPr/>
        <p:nvPr/>
      </p:nvGrpSpPr>
      <p:grpSpPr>
        <a:xfrm>
          <a:off x="0" y="0"/>
          <a:ext cx="0" cy="0"/>
          <a:chOff x="0" y="0"/>
          <a:chExt cx="0" cy="0"/>
        </a:xfrm>
      </p:grpSpPr>
      <p:sp>
        <p:nvSpPr>
          <p:cNvPr id="70" name="Google Shape;70;p10"/>
          <p:cNvSpPr txBox="1"/>
          <p:nvPr>
            <p:ph type="title"/>
          </p:nvPr>
        </p:nvSpPr>
        <p:spPr>
          <a:xfrm>
            <a:off x="629841" y="342900"/>
            <a:ext cx="29493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1" name="Google Shape;71;p10"/>
          <p:cNvSpPr/>
          <p:nvPr>
            <p:ph idx="2" type="pic"/>
          </p:nvPr>
        </p:nvSpPr>
        <p:spPr>
          <a:xfrm>
            <a:off x="3887391" y="740569"/>
            <a:ext cx="4629300" cy="3655200"/>
          </a:xfrm>
          <a:prstGeom prst="rect">
            <a:avLst/>
          </a:prstGeom>
          <a:noFill/>
          <a:ln>
            <a:noFill/>
          </a:ln>
        </p:spPr>
      </p:sp>
      <p:sp>
        <p:nvSpPr>
          <p:cNvPr id="72" name="Google Shape;72;p10"/>
          <p:cNvSpPr txBox="1"/>
          <p:nvPr>
            <p:ph idx="1" type="body"/>
          </p:nvPr>
        </p:nvSpPr>
        <p:spPr>
          <a:xfrm>
            <a:off x="629841" y="1543050"/>
            <a:ext cx="29493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atin typeface="Arial"/>
                <a:ea typeface="Arial"/>
                <a:cs typeface="Arial"/>
                <a:sym typeface="Arial"/>
              </a:defRPr>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73" name="Google Shape;73;p1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4" name="Google Shape;74;p1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5" name="Google Shape;75;p1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b="0" i="0" sz="900" u="none" cap="none" strike="noStrike">
                <a:solidFill>
                  <a:srgbClr val="888888"/>
                </a:solidFill>
                <a:latin typeface="Arial"/>
                <a:ea typeface="Arial"/>
                <a:cs typeface="Arial"/>
                <a:sym typeface="Arial"/>
              </a:defRPr>
            </a:lvl1pPr>
            <a:lvl2pPr indent="0" lvl="1" marL="0" algn="r">
              <a:spcBef>
                <a:spcPts val="0"/>
              </a:spcBef>
              <a:buNone/>
              <a:defRPr b="0" i="0" sz="900" u="none" cap="none" strike="noStrike">
                <a:solidFill>
                  <a:srgbClr val="888888"/>
                </a:solidFill>
                <a:latin typeface="Arial"/>
                <a:ea typeface="Arial"/>
                <a:cs typeface="Arial"/>
                <a:sym typeface="Arial"/>
              </a:defRPr>
            </a:lvl2pPr>
            <a:lvl3pPr indent="0" lvl="2" marL="0" algn="r">
              <a:spcBef>
                <a:spcPts val="0"/>
              </a:spcBef>
              <a:buNone/>
              <a:defRPr b="0" i="0" sz="900" u="none" cap="none" strike="noStrike">
                <a:solidFill>
                  <a:srgbClr val="888888"/>
                </a:solidFill>
                <a:latin typeface="Arial"/>
                <a:ea typeface="Arial"/>
                <a:cs typeface="Arial"/>
                <a:sym typeface="Arial"/>
              </a:defRPr>
            </a:lvl3pPr>
            <a:lvl4pPr indent="0" lvl="3" marL="0" algn="r">
              <a:spcBef>
                <a:spcPts val="0"/>
              </a:spcBef>
              <a:buNone/>
              <a:defRPr b="0" i="0" sz="900" u="none" cap="none" strike="noStrike">
                <a:solidFill>
                  <a:srgbClr val="888888"/>
                </a:solidFill>
                <a:latin typeface="Arial"/>
                <a:ea typeface="Arial"/>
                <a:cs typeface="Arial"/>
                <a:sym typeface="Arial"/>
              </a:defRPr>
            </a:lvl4pPr>
            <a:lvl5pPr indent="0" lvl="4" marL="0" algn="r">
              <a:spcBef>
                <a:spcPts val="0"/>
              </a:spcBef>
              <a:buNone/>
              <a:defRPr b="0" i="0" sz="900" u="none" cap="none" strike="noStrike">
                <a:solidFill>
                  <a:srgbClr val="888888"/>
                </a:solidFill>
                <a:latin typeface="Arial"/>
                <a:ea typeface="Arial"/>
                <a:cs typeface="Arial"/>
                <a:sym typeface="Arial"/>
              </a:defRPr>
            </a:lvl5pPr>
            <a:lvl6pPr indent="0" lvl="5" marL="0" algn="r">
              <a:spcBef>
                <a:spcPts val="0"/>
              </a:spcBef>
              <a:buNone/>
              <a:defRPr b="0" i="0" sz="900" u="none" cap="none" strike="noStrike">
                <a:solidFill>
                  <a:srgbClr val="888888"/>
                </a:solidFill>
                <a:latin typeface="Arial"/>
                <a:ea typeface="Arial"/>
                <a:cs typeface="Arial"/>
                <a:sym typeface="Arial"/>
              </a:defRPr>
            </a:lvl6pPr>
            <a:lvl7pPr indent="0" lvl="6" marL="0" algn="r">
              <a:spcBef>
                <a:spcPts val="0"/>
              </a:spcBef>
              <a:buNone/>
              <a:defRPr b="0" i="0" sz="900" u="none" cap="none" strike="noStrike">
                <a:solidFill>
                  <a:srgbClr val="888888"/>
                </a:solidFill>
                <a:latin typeface="Arial"/>
                <a:ea typeface="Arial"/>
                <a:cs typeface="Arial"/>
                <a:sym typeface="Arial"/>
              </a:defRPr>
            </a:lvl7pPr>
            <a:lvl8pPr indent="0" lvl="7" marL="0" algn="r">
              <a:spcBef>
                <a:spcPts val="0"/>
              </a:spcBef>
              <a:buNone/>
              <a:defRPr b="0" i="0" sz="900" u="none" cap="none" strike="noStrike">
                <a:solidFill>
                  <a:srgbClr val="888888"/>
                </a:solidFill>
                <a:latin typeface="Arial"/>
                <a:ea typeface="Arial"/>
                <a:cs typeface="Arial"/>
                <a:sym typeface="Arial"/>
              </a:defRPr>
            </a:lvl8pPr>
            <a:lvl9pPr indent="0" lvl="8" mar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h"/>
              <a:t>‹#›</a:t>
            </a:fld>
            <a:endParaRPr/>
          </a:p>
        </p:txBody>
      </p:sp>
      <p:pic>
        <p:nvPicPr>
          <p:cNvPr id="76" name="Google Shape;76;p10"/>
          <p:cNvPicPr preferRelativeResize="0"/>
          <p:nvPr/>
        </p:nvPicPr>
        <p:blipFill rotWithShape="1">
          <a:blip r:embed="rId3">
            <a:alphaModFix/>
          </a:blip>
          <a:srcRect b="0" l="0" r="0" t="0"/>
          <a:stretch/>
        </p:blipFill>
        <p:spPr>
          <a:xfrm>
            <a:off x="0" y="0"/>
            <a:ext cx="9144000" cy="709613"/>
          </a:xfrm>
          <a:prstGeom prst="rect">
            <a:avLst/>
          </a:prstGeom>
          <a:noFill/>
          <a:ln>
            <a:noFill/>
          </a:ln>
        </p:spPr>
      </p:pic>
      <p:sp>
        <p:nvSpPr>
          <p:cNvPr id="77" name="Google Shape;77;p10"/>
          <p:cNvSpPr txBox="1"/>
          <p:nvPr/>
        </p:nvSpPr>
        <p:spPr>
          <a:xfrm>
            <a:off x="628650" y="211498"/>
            <a:ext cx="6858900" cy="3642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chemeClr val="lt1"/>
              </a:buClr>
              <a:buSzPts val="2400"/>
              <a:buFont typeface="Arial"/>
              <a:buNone/>
            </a:pPr>
            <a:r>
              <a:rPr b="0" i="0" lang="th" sz="2400" u="none" cap="none" strike="noStrike">
                <a:solidFill>
                  <a:schemeClr val="lt1"/>
                </a:solidFill>
                <a:latin typeface="Arial"/>
                <a:ea typeface="Arial"/>
                <a:cs typeface="Arial"/>
                <a:sym typeface="Arial"/>
              </a:rPr>
              <a:t>Click to edit Master title style</a:t>
            </a:r>
            <a:endParaRPr b="0" i="0" sz="24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p:cSld name="Title and Vertical Text">
    <p:bg>
      <p:bgPr>
        <a:blipFill>
          <a:blip r:embed="rId2">
            <a:alphaModFix/>
          </a:blip>
          <a:stretch>
            <a:fillRect/>
          </a:stretch>
        </a:blipFill>
      </p:bgPr>
    </p:bg>
    <p:spTree>
      <p:nvGrpSpPr>
        <p:cNvPr id="78" name="Shape 78"/>
        <p:cNvGrpSpPr/>
        <p:nvPr/>
      </p:nvGrpSpPr>
      <p:grpSpPr>
        <a:xfrm>
          <a:off x="0" y="0"/>
          <a:ext cx="0" cy="0"/>
          <a:chOff x="0" y="0"/>
          <a:chExt cx="0" cy="0"/>
        </a:xfrm>
      </p:grpSpPr>
      <p:sp>
        <p:nvSpPr>
          <p:cNvPr id="79" name="Google Shape;79;p11"/>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61950" lvl="0" marL="457200" algn="l">
              <a:lnSpc>
                <a:spcPct val="90000"/>
              </a:lnSpc>
              <a:spcBef>
                <a:spcPts val="800"/>
              </a:spcBef>
              <a:spcAft>
                <a:spcPts val="0"/>
              </a:spcAft>
              <a:buClr>
                <a:schemeClr val="dk1"/>
              </a:buClr>
              <a:buSzPts val="2100"/>
              <a:buChar char="•"/>
              <a:defRPr>
                <a:latin typeface="Arial"/>
                <a:ea typeface="Arial"/>
                <a:cs typeface="Arial"/>
                <a:sym typeface="Arial"/>
              </a:defRPr>
            </a:lvl1pPr>
            <a:lvl2pPr indent="-342900" lvl="1" marL="914400" algn="l">
              <a:lnSpc>
                <a:spcPct val="90000"/>
              </a:lnSpc>
              <a:spcBef>
                <a:spcPts val="400"/>
              </a:spcBef>
              <a:spcAft>
                <a:spcPts val="0"/>
              </a:spcAft>
              <a:buClr>
                <a:schemeClr val="dk1"/>
              </a:buClr>
              <a:buSzPts val="1800"/>
              <a:buChar char="•"/>
              <a:defRPr>
                <a:latin typeface="Arial"/>
                <a:ea typeface="Arial"/>
                <a:cs typeface="Arial"/>
                <a:sym typeface="Arial"/>
              </a:defRPr>
            </a:lvl2pPr>
            <a:lvl3pPr indent="-323850" lvl="2" marL="1371600" algn="l">
              <a:lnSpc>
                <a:spcPct val="90000"/>
              </a:lnSpc>
              <a:spcBef>
                <a:spcPts val="400"/>
              </a:spcBef>
              <a:spcAft>
                <a:spcPts val="0"/>
              </a:spcAft>
              <a:buClr>
                <a:schemeClr val="dk1"/>
              </a:buClr>
              <a:buSzPts val="1500"/>
              <a:buChar char="•"/>
              <a:defRPr>
                <a:latin typeface="Arial"/>
                <a:ea typeface="Arial"/>
                <a:cs typeface="Arial"/>
                <a:sym typeface="Arial"/>
              </a:defRPr>
            </a:lvl3pPr>
            <a:lvl4pPr indent="-317500" lvl="3" marL="1828800" algn="l">
              <a:lnSpc>
                <a:spcPct val="90000"/>
              </a:lnSpc>
              <a:spcBef>
                <a:spcPts val="400"/>
              </a:spcBef>
              <a:spcAft>
                <a:spcPts val="0"/>
              </a:spcAft>
              <a:buClr>
                <a:schemeClr val="dk1"/>
              </a:buClr>
              <a:buSzPts val="1400"/>
              <a:buChar char="•"/>
              <a:defRPr>
                <a:latin typeface="Arial"/>
                <a:ea typeface="Arial"/>
                <a:cs typeface="Arial"/>
                <a:sym typeface="Arial"/>
              </a:defRPr>
            </a:lvl4pPr>
            <a:lvl5pPr indent="-317500" lvl="4" marL="2286000" algn="l">
              <a:lnSpc>
                <a:spcPct val="90000"/>
              </a:lnSpc>
              <a:spcBef>
                <a:spcPts val="400"/>
              </a:spcBef>
              <a:spcAft>
                <a:spcPts val="0"/>
              </a:spcAft>
              <a:buClr>
                <a:schemeClr val="dk1"/>
              </a:buClr>
              <a:buSzPts val="1400"/>
              <a:buChar char="•"/>
              <a:defRPr>
                <a:latin typeface="Arial"/>
                <a:ea typeface="Arial"/>
                <a:cs typeface="Arial"/>
                <a:sym typeface="Aria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0" name="Google Shape;80;p1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1" name="Google Shape;81;p1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2" name="Google Shape;82;p1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b="0" i="0" sz="900" u="none" cap="none" strike="noStrike">
                <a:solidFill>
                  <a:srgbClr val="888888"/>
                </a:solidFill>
                <a:latin typeface="Arial"/>
                <a:ea typeface="Arial"/>
                <a:cs typeface="Arial"/>
                <a:sym typeface="Arial"/>
              </a:defRPr>
            </a:lvl1pPr>
            <a:lvl2pPr indent="0" lvl="1" marL="0" algn="r">
              <a:spcBef>
                <a:spcPts val="0"/>
              </a:spcBef>
              <a:buNone/>
              <a:defRPr b="0" i="0" sz="900" u="none" cap="none" strike="noStrike">
                <a:solidFill>
                  <a:srgbClr val="888888"/>
                </a:solidFill>
                <a:latin typeface="Arial"/>
                <a:ea typeface="Arial"/>
                <a:cs typeface="Arial"/>
                <a:sym typeface="Arial"/>
              </a:defRPr>
            </a:lvl2pPr>
            <a:lvl3pPr indent="0" lvl="2" marL="0" algn="r">
              <a:spcBef>
                <a:spcPts val="0"/>
              </a:spcBef>
              <a:buNone/>
              <a:defRPr b="0" i="0" sz="900" u="none" cap="none" strike="noStrike">
                <a:solidFill>
                  <a:srgbClr val="888888"/>
                </a:solidFill>
                <a:latin typeface="Arial"/>
                <a:ea typeface="Arial"/>
                <a:cs typeface="Arial"/>
                <a:sym typeface="Arial"/>
              </a:defRPr>
            </a:lvl3pPr>
            <a:lvl4pPr indent="0" lvl="3" marL="0" algn="r">
              <a:spcBef>
                <a:spcPts val="0"/>
              </a:spcBef>
              <a:buNone/>
              <a:defRPr b="0" i="0" sz="900" u="none" cap="none" strike="noStrike">
                <a:solidFill>
                  <a:srgbClr val="888888"/>
                </a:solidFill>
                <a:latin typeface="Arial"/>
                <a:ea typeface="Arial"/>
                <a:cs typeface="Arial"/>
                <a:sym typeface="Arial"/>
              </a:defRPr>
            </a:lvl4pPr>
            <a:lvl5pPr indent="0" lvl="4" marL="0" algn="r">
              <a:spcBef>
                <a:spcPts val="0"/>
              </a:spcBef>
              <a:buNone/>
              <a:defRPr b="0" i="0" sz="900" u="none" cap="none" strike="noStrike">
                <a:solidFill>
                  <a:srgbClr val="888888"/>
                </a:solidFill>
                <a:latin typeface="Arial"/>
                <a:ea typeface="Arial"/>
                <a:cs typeface="Arial"/>
                <a:sym typeface="Arial"/>
              </a:defRPr>
            </a:lvl5pPr>
            <a:lvl6pPr indent="0" lvl="5" marL="0" algn="r">
              <a:spcBef>
                <a:spcPts val="0"/>
              </a:spcBef>
              <a:buNone/>
              <a:defRPr b="0" i="0" sz="900" u="none" cap="none" strike="noStrike">
                <a:solidFill>
                  <a:srgbClr val="888888"/>
                </a:solidFill>
                <a:latin typeface="Arial"/>
                <a:ea typeface="Arial"/>
                <a:cs typeface="Arial"/>
                <a:sym typeface="Arial"/>
              </a:defRPr>
            </a:lvl6pPr>
            <a:lvl7pPr indent="0" lvl="6" marL="0" algn="r">
              <a:spcBef>
                <a:spcPts val="0"/>
              </a:spcBef>
              <a:buNone/>
              <a:defRPr b="0" i="0" sz="900" u="none" cap="none" strike="noStrike">
                <a:solidFill>
                  <a:srgbClr val="888888"/>
                </a:solidFill>
                <a:latin typeface="Arial"/>
                <a:ea typeface="Arial"/>
                <a:cs typeface="Arial"/>
                <a:sym typeface="Arial"/>
              </a:defRPr>
            </a:lvl7pPr>
            <a:lvl8pPr indent="0" lvl="7" marL="0" algn="r">
              <a:spcBef>
                <a:spcPts val="0"/>
              </a:spcBef>
              <a:buNone/>
              <a:defRPr b="0" i="0" sz="900" u="none" cap="none" strike="noStrike">
                <a:solidFill>
                  <a:srgbClr val="888888"/>
                </a:solidFill>
                <a:latin typeface="Arial"/>
                <a:ea typeface="Arial"/>
                <a:cs typeface="Arial"/>
                <a:sym typeface="Arial"/>
              </a:defRPr>
            </a:lvl8pPr>
            <a:lvl9pPr indent="0" lvl="8" mar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h"/>
              <a:t>‹#›</a:t>
            </a:fld>
            <a:endParaRPr/>
          </a:p>
        </p:txBody>
      </p:sp>
      <p:pic>
        <p:nvPicPr>
          <p:cNvPr id="83" name="Google Shape;83;p11"/>
          <p:cNvPicPr preferRelativeResize="0"/>
          <p:nvPr/>
        </p:nvPicPr>
        <p:blipFill rotWithShape="1">
          <a:blip r:embed="rId3">
            <a:alphaModFix/>
          </a:blip>
          <a:srcRect b="0" l="0" r="0" t="0"/>
          <a:stretch/>
        </p:blipFill>
        <p:spPr>
          <a:xfrm>
            <a:off x="0" y="0"/>
            <a:ext cx="9144000" cy="709613"/>
          </a:xfrm>
          <a:prstGeom prst="rect">
            <a:avLst/>
          </a:prstGeom>
          <a:noFill/>
          <a:ln>
            <a:noFill/>
          </a:ln>
        </p:spPr>
      </p:pic>
      <p:sp>
        <p:nvSpPr>
          <p:cNvPr id="84" name="Google Shape;84;p11"/>
          <p:cNvSpPr txBox="1"/>
          <p:nvPr/>
        </p:nvSpPr>
        <p:spPr>
          <a:xfrm>
            <a:off x="628650" y="211498"/>
            <a:ext cx="6858900" cy="3642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chemeClr val="lt1"/>
              </a:buClr>
              <a:buSzPts val="2400"/>
              <a:buFont typeface="Arial"/>
              <a:buNone/>
            </a:pPr>
            <a:r>
              <a:rPr b="0" i="0" lang="th" sz="2400" u="none" cap="none" strike="noStrike">
                <a:solidFill>
                  <a:schemeClr val="lt1"/>
                </a:solidFill>
                <a:latin typeface="Arial"/>
                <a:ea typeface="Arial"/>
                <a:cs typeface="Arial"/>
                <a:sym typeface="Arial"/>
              </a:rPr>
              <a:t>Click to edit Master title style</a:t>
            </a:r>
            <a:endParaRPr b="0" i="0" sz="24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bg>
      <p:bgPr>
        <a:blipFill>
          <a:blip r:embed="rId2">
            <a:alphaModFix/>
          </a:blip>
          <a:stretch>
            <a:fillRect/>
          </a:stretch>
        </a:blipFill>
      </p:bgPr>
    </p:bg>
    <p:spTree>
      <p:nvGrpSpPr>
        <p:cNvPr id="85" name="Shape 85"/>
        <p:cNvGrpSpPr/>
        <p:nvPr/>
      </p:nvGrpSpPr>
      <p:grpSpPr>
        <a:xfrm>
          <a:off x="0" y="0"/>
          <a:ext cx="0" cy="0"/>
          <a:chOff x="0" y="0"/>
          <a:chExt cx="0" cy="0"/>
        </a:xfrm>
      </p:grpSpPr>
      <p:sp>
        <p:nvSpPr>
          <p:cNvPr id="86" name="Google Shape;86;p12"/>
          <p:cNvSpPr txBox="1"/>
          <p:nvPr>
            <p:ph type="title"/>
          </p:nvPr>
        </p:nvSpPr>
        <p:spPr>
          <a:xfrm rot="5400000">
            <a:off x="5643900" y="1761281"/>
            <a:ext cx="37713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3300"/>
              <a:buFont typeface="Arial"/>
              <a:buNone/>
              <a:defRPr>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7" name="Google Shape;87;p12"/>
          <p:cNvSpPr txBox="1"/>
          <p:nvPr>
            <p:ph idx="1" type="body"/>
          </p:nvPr>
        </p:nvSpPr>
        <p:spPr>
          <a:xfrm rot="5400000">
            <a:off x="1643325" y="-153319"/>
            <a:ext cx="3771300" cy="5800800"/>
          </a:xfrm>
          <a:prstGeom prst="rect">
            <a:avLst/>
          </a:prstGeom>
          <a:noFill/>
          <a:ln>
            <a:noFill/>
          </a:ln>
        </p:spPr>
        <p:txBody>
          <a:bodyPr anchorCtr="0" anchor="t" bIns="34275" lIns="68575" spcFirstLastPara="1" rIns="68575" wrap="square" tIns="34275">
            <a:normAutofit/>
          </a:bodyPr>
          <a:lstStyle>
            <a:lvl1pPr indent="-361950" lvl="0" marL="457200" algn="l">
              <a:lnSpc>
                <a:spcPct val="90000"/>
              </a:lnSpc>
              <a:spcBef>
                <a:spcPts val="800"/>
              </a:spcBef>
              <a:spcAft>
                <a:spcPts val="0"/>
              </a:spcAft>
              <a:buClr>
                <a:schemeClr val="dk1"/>
              </a:buClr>
              <a:buSzPts val="2100"/>
              <a:buChar char="•"/>
              <a:defRPr>
                <a:latin typeface="Arial"/>
                <a:ea typeface="Arial"/>
                <a:cs typeface="Arial"/>
                <a:sym typeface="Arial"/>
              </a:defRPr>
            </a:lvl1pPr>
            <a:lvl2pPr indent="-342900" lvl="1" marL="914400" algn="l">
              <a:lnSpc>
                <a:spcPct val="90000"/>
              </a:lnSpc>
              <a:spcBef>
                <a:spcPts val="400"/>
              </a:spcBef>
              <a:spcAft>
                <a:spcPts val="0"/>
              </a:spcAft>
              <a:buClr>
                <a:schemeClr val="dk1"/>
              </a:buClr>
              <a:buSzPts val="1800"/>
              <a:buChar char="•"/>
              <a:defRPr>
                <a:latin typeface="Arial"/>
                <a:ea typeface="Arial"/>
                <a:cs typeface="Arial"/>
                <a:sym typeface="Arial"/>
              </a:defRPr>
            </a:lvl2pPr>
            <a:lvl3pPr indent="-323850" lvl="2" marL="1371600" algn="l">
              <a:lnSpc>
                <a:spcPct val="90000"/>
              </a:lnSpc>
              <a:spcBef>
                <a:spcPts val="400"/>
              </a:spcBef>
              <a:spcAft>
                <a:spcPts val="0"/>
              </a:spcAft>
              <a:buClr>
                <a:schemeClr val="dk1"/>
              </a:buClr>
              <a:buSzPts val="1500"/>
              <a:buChar char="•"/>
              <a:defRPr>
                <a:latin typeface="Arial"/>
                <a:ea typeface="Arial"/>
                <a:cs typeface="Arial"/>
                <a:sym typeface="Arial"/>
              </a:defRPr>
            </a:lvl3pPr>
            <a:lvl4pPr indent="-317500" lvl="3" marL="1828800" algn="l">
              <a:lnSpc>
                <a:spcPct val="90000"/>
              </a:lnSpc>
              <a:spcBef>
                <a:spcPts val="400"/>
              </a:spcBef>
              <a:spcAft>
                <a:spcPts val="0"/>
              </a:spcAft>
              <a:buClr>
                <a:schemeClr val="dk1"/>
              </a:buClr>
              <a:buSzPts val="1400"/>
              <a:buChar char="•"/>
              <a:defRPr>
                <a:latin typeface="Arial"/>
                <a:ea typeface="Arial"/>
                <a:cs typeface="Arial"/>
                <a:sym typeface="Arial"/>
              </a:defRPr>
            </a:lvl4pPr>
            <a:lvl5pPr indent="-317500" lvl="4" marL="2286000" algn="l">
              <a:lnSpc>
                <a:spcPct val="90000"/>
              </a:lnSpc>
              <a:spcBef>
                <a:spcPts val="400"/>
              </a:spcBef>
              <a:spcAft>
                <a:spcPts val="0"/>
              </a:spcAft>
              <a:buClr>
                <a:schemeClr val="dk1"/>
              </a:buClr>
              <a:buSzPts val="1400"/>
              <a:buChar char="•"/>
              <a:defRPr>
                <a:latin typeface="Arial"/>
                <a:ea typeface="Arial"/>
                <a:cs typeface="Arial"/>
                <a:sym typeface="Aria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8" name="Google Shape;88;p1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9" name="Google Shape;89;p1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0" name="Google Shape;90;p1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b="0" i="0" sz="900" u="none" cap="none" strike="noStrike">
                <a:solidFill>
                  <a:srgbClr val="888888"/>
                </a:solidFill>
                <a:latin typeface="Arial"/>
                <a:ea typeface="Arial"/>
                <a:cs typeface="Arial"/>
                <a:sym typeface="Arial"/>
              </a:defRPr>
            </a:lvl1pPr>
            <a:lvl2pPr indent="0" lvl="1" marL="0" algn="r">
              <a:spcBef>
                <a:spcPts val="0"/>
              </a:spcBef>
              <a:buNone/>
              <a:defRPr b="0" i="0" sz="900" u="none" cap="none" strike="noStrike">
                <a:solidFill>
                  <a:srgbClr val="888888"/>
                </a:solidFill>
                <a:latin typeface="Arial"/>
                <a:ea typeface="Arial"/>
                <a:cs typeface="Arial"/>
                <a:sym typeface="Arial"/>
              </a:defRPr>
            </a:lvl2pPr>
            <a:lvl3pPr indent="0" lvl="2" marL="0" algn="r">
              <a:spcBef>
                <a:spcPts val="0"/>
              </a:spcBef>
              <a:buNone/>
              <a:defRPr b="0" i="0" sz="900" u="none" cap="none" strike="noStrike">
                <a:solidFill>
                  <a:srgbClr val="888888"/>
                </a:solidFill>
                <a:latin typeface="Arial"/>
                <a:ea typeface="Arial"/>
                <a:cs typeface="Arial"/>
                <a:sym typeface="Arial"/>
              </a:defRPr>
            </a:lvl3pPr>
            <a:lvl4pPr indent="0" lvl="3" marL="0" algn="r">
              <a:spcBef>
                <a:spcPts val="0"/>
              </a:spcBef>
              <a:buNone/>
              <a:defRPr b="0" i="0" sz="900" u="none" cap="none" strike="noStrike">
                <a:solidFill>
                  <a:srgbClr val="888888"/>
                </a:solidFill>
                <a:latin typeface="Arial"/>
                <a:ea typeface="Arial"/>
                <a:cs typeface="Arial"/>
                <a:sym typeface="Arial"/>
              </a:defRPr>
            </a:lvl4pPr>
            <a:lvl5pPr indent="0" lvl="4" marL="0" algn="r">
              <a:spcBef>
                <a:spcPts val="0"/>
              </a:spcBef>
              <a:buNone/>
              <a:defRPr b="0" i="0" sz="900" u="none" cap="none" strike="noStrike">
                <a:solidFill>
                  <a:srgbClr val="888888"/>
                </a:solidFill>
                <a:latin typeface="Arial"/>
                <a:ea typeface="Arial"/>
                <a:cs typeface="Arial"/>
                <a:sym typeface="Arial"/>
              </a:defRPr>
            </a:lvl5pPr>
            <a:lvl6pPr indent="0" lvl="5" marL="0" algn="r">
              <a:spcBef>
                <a:spcPts val="0"/>
              </a:spcBef>
              <a:buNone/>
              <a:defRPr b="0" i="0" sz="900" u="none" cap="none" strike="noStrike">
                <a:solidFill>
                  <a:srgbClr val="888888"/>
                </a:solidFill>
                <a:latin typeface="Arial"/>
                <a:ea typeface="Arial"/>
                <a:cs typeface="Arial"/>
                <a:sym typeface="Arial"/>
              </a:defRPr>
            </a:lvl6pPr>
            <a:lvl7pPr indent="0" lvl="6" marL="0" algn="r">
              <a:spcBef>
                <a:spcPts val="0"/>
              </a:spcBef>
              <a:buNone/>
              <a:defRPr b="0" i="0" sz="900" u="none" cap="none" strike="noStrike">
                <a:solidFill>
                  <a:srgbClr val="888888"/>
                </a:solidFill>
                <a:latin typeface="Arial"/>
                <a:ea typeface="Arial"/>
                <a:cs typeface="Arial"/>
                <a:sym typeface="Arial"/>
              </a:defRPr>
            </a:lvl7pPr>
            <a:lvl8pPr indent="0" lvl="7" marL="0" algn="r">
              <a:spcBef>
                <a:spcPts val="0"/>
              </a:spcBef>
              <a:buNone/>
              <a:defRPr b="0" i="0" sz="900" u="none" cap="none" strike="noStrike">
                <a:solidFill>
                  <a:srgbClr val="888888"/>
                </a:solidFill>
                <a:latin typeface="Arial"/>
                <a:ea typeface="Arial"/>
                <a:cs typeface="Arial"/>
                <a:sym typeface="Arial"/>
              </a:defRPr>
            </a:lvl8pPr>
            <a:lvl9pPr indent="0" lvl="8" mar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h"/>
              <a:t>‹#›</a:t>
            </a:fld>
            <a:endParaRPr/>
          </a:p>
        </p:txBody>
      </p:sp>
      <p:pic>
        <p:nvPicPr>
          <p:cNvPr id="91" name="Google Shape;91;p12"/>
          <p:cNvPicPr preferRelativeResize="0"/>
          <p:nvPr/>
        </p:nvPicPr>
        <p:blipFill rotWithShape="1">
          <a:blip r:embed="rId3">
            <a:alphaModFix/>
          </a:blip>
          <a:srcRect b="0" l="0" r="0" t="0"/>
          <a:stretch/>
        </p:blipFill>
        <p:spPr>
          <a:xfrm>
            <a:off x="0" y="0"/>
            <a:ext cx="9144000" cy="709613"/>
          </a:xfrm>
          <a:prstGeom prst="rect">
            <a:avLst/>
          </a:prstGeom>
          <a:noFill/>
          <a:ln>
            <a:noFill/>
          </a:ln>
        </p:spPr>
      </p:pic>
      <p:sp>
        <p:nvSpPr>
          <p:cNvPr id="92" name="Google Shape;92;p12"/>
          <p:cNvSpPr txBox="1"/>
          <p:nvPr/>
        </p:nvSpPr>
        <p:spPr>
          <a:xfrm>
            <a:off x="628650" y="211498"/>
            <a:ext cx="6858900" cy="3642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chemeClr val="lt1"/>
              </a:buClr>
              <a:buSzPts val="2400"/>
              <a:buFont typeface="Arial"/>
              <a:buNone/>
            </a:pPr>
            <a:r>
              <a:rPr b="0" i="0" lang="th" sz="2400" u="none" cap="none" strike="noStrike">
                <a:solidFill>
                  <a:schemeClr val="lt1"/>
                </a:solidFill>
                <a:latin typeface="Arial"/>
                <a:ea typeface="Arial"/>
                <a:cs typeface="Arial"/>
                <a:sym typeface="Arial"/>
              </a:rPr>
              <a:t>Click to edit Master title style</a:t>
            </a:r>
            <a:endParaRPr b="0" i="0" sz="24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99" name="Shape 99"/>
        <p:cNvGrpSpPr/>
        <p:nvPr/>
      </p:nvGrpSpPr>
      <p:grpSpPr>
        <a:xfrm>
          <a:off x="0" y="0"/>
          <a:ext cx="0" cy="0"/>
          <a:chOff x="0" y="0"/>
          <a:chExt cx="0" cy="0"/>
        </a:xfrm>
      </p:grpSpPr>
      <p:sp>
        <p:nvSpPr>
          <p:cNvPr id="100" name="Google Shape;100;p14"/>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lt1"/>
              </a:buClr>
              <a:buSzPts val="4500"/>
              <a:buFont typeface="Arial"/>
              <a:buNone/>
              <a:defRPr sz="4500">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14"/>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lt1"/>
              </a:buClr>
              <a:buSzPts val="1800"/>
              <a:buNone/>
              <a:defRPr sz="1800">
                <a:solidFill>
                  <a:schemeClr val="lt1"/>
                </a:solidFill>
                <a:latin typeface="Arial"/>
                <a:ea typeface="Arial"/>
                <a:cs typeface="Arial"/>
                <a:sym typeface="Arial"/>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02" name="Google Shape;102;p1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3" name="Google Shape;103;p1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h"/>
              <a:t>‹#›</a:t>
            </a:fld>
            <a:endParaRPr/>
          </a:p>
        </p:txBody>
      </p:sp>
      <p:pic>
        <p:nvPicPr>
          <p:cNvPr id="105" name="Google Shape;105;p14"/>
          <p:cNvPicPr preferRelativeResize="0"/>
          <p:nvPr/>
        </p:nvPicPr>
        <p:blipFill rotWithShape="1">
          <a:blip r:embed="rId3">
            <a:alphaModFix/>
          </a:blip>
          <a:srcRect b="0" l="0" r="0" t="0"/>
          <a:stretch/>
        </p:blipFill>
        <p:spPr>
          <a:xfrm>
            <a:off x="418821" y="404972"/>
            <a:ext cx="2040976" cy="735487"/>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blipFill>
          <a:blip r:embed="rId2">
            <a:alphaModFix/>
          </a:blip>
          <a:stretch>
            <a:fillRect/>
          </a:stretch>
        </a:blipFill>
      </p:bgPr>
    </p:bg>
    <p:spTree>
      <p:nvGrpSpPr>
        <p:cNvPr id="106" name="Shape 106"/>
        <p:cNvGrpSpPr/>
        <p:nvPr/>
      </p:nvGrpSpPr>
      <p:grpSpPr>
        <a:xfrm>
          <a:off x="0" y="0"/>
          <a:ext cx="0" cy="0"/>
          <a:chOff x="0" y="0"/>
          <a:chExt cx="0" cy="0"/>
        </a:xfrm>
      </p:grpSpPr>
      <p:sp>
        <p:nvSpPr>
          <p:cNvPr id="107" name="Google Shape;107;p1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algn="l">
              <a:lnSpc>
                <a:spcPct val="90000"/>
              </a:lnSpc>
              <a:spcBef>
                <a:spcPts val="800"/>
              </a:spcBef>
              <a:spcAft>
                <a:spcPts val="0"/>
              </a:spcAft>
              <a:buClr>
                <a:schemeClr val="dk1"/>
              </a:buClr>
              <a:buSzPts val="2100"/>
              <a:buChar char="•"/>
              <a:defRPr>
                <a:latin typeface="Arial"/>
                <a:ea typeface="Arial"/>
                <a:cs typeface="Arial"/>
                <a:sym typeface="Arial"/>
              </a:defRPr>
            </a:lvl1pPr>
            <a:lvl2pPr indent="-342900" lvl="1" marL="914400" algn="l">
              <a:lnSpc>
                <a:spcPct val="90000"/>
              </a:lnSpc>
              <a:spcBef>
                <a:spcPts val="400"/>
              </a:spcBef>
              <a:spcAft>
                <a:spcPts val="0"/>
              </a:spcAft>
              <a:buClr>
                <a:schemeClr val="dk1"/>
              </a:buClr>
              <a:buSzPts val="1800"/>
              <a:buChar char="•"/>
              <a:defRPr>
                <a:latin typeface="Arial"/>
                <a:ea typeface="Arial"/>
                <a:cs typeface="Arial"/>
                <a:sym typeface="Arial"/>
              </a:defRPr>
            </a:lvl2pPr>
            <a:lvl3pPr indent="-323850" lvl="2" marL="1371600" algn="l">
              <a:lnSpc>
                <a:spcPct val="90000"/>
              </a:lnSpc>
              <a:spcBef>
                <a:spcPts val="400"/>
              </a:spcBef>
              <a:spcAft>
                <a:spcPts val="0"/>
              </a:spcAft>
              <a:buClr>
                <a:schemeClr val="dk1"/>
              </a:buClr>
              <a:buSzPts val="1500"/>
              <a:buChar char="•"/>
              <a:defRPr>
                <a:latin typeface="Arial"/>
                <a:ea typeface="Arial"/>
                <a:cs typeface="Arial"/>
                <a:sym typeface="Arial"/>
              </a:defRPr>
            </a:lvl3pPr>
            <a:lvl4pPr indent="-317500" lvl="3" marL="1828800" algn="l">
              <a:lnSpc>
                <a:spcPct val="90000"/>
              </a:lnSpc>
              <a:spcBef>
                <a:spcPts val="400"/>
              </a:spcBef>
              <a:spcAft>
                <a:spcPts val="0"/>
              </a:spcAft>
              <a:buClr>
                <a:schemeClr val="dk1"/>
              </a:buClr>
              <a:buSzPts val="1400"/>
              <a:buChar char="•"/>
              <a:defRPr>
                <a:latin typeface="Arial"/>
                <a:ea typeface="Arial"/>
                <a:cs typeface="Arial"/>
                <a:sym typeface="Arial"/>
              </a:defRPr>
            </a:lvl4pPr>
            <a:lvl5pPr indent="-317500" lvl="4" marL="2286000" algn="l">
              <a:lnSpc>
                <a:spcPct val="90000"/>
              </a:lnSpc>
              <a:spcBef>
                <a:spcPts val="400"/>
              </a:spcBef>
              <a:spcAft>
                <a:spcPts val="0"/>
              </a:spcAft>
              <a:buClr>
                <a:schemeClr val="dk1"/>
              </a:buClr>
              <a:buSzPts val="1400"/>
              <a:buChar char="•"/>
              <a:defRPr>
                <a:latin typeface="Arial"/>
                <a:ea typeface="Arial"/>
                <a:cs typeface="Arial"/>
                <a:sym typeface="Aria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8" name="Google Shape;108;p15"/>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9" name="Google Shape;109;p15"/>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0" name="Google Shape;110;p1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b="0" i="0" sz="900" u="none" cap="none" strike="noStrike">
                <a:solidFill>
                  <a:srgbClr val="888888"/>
                </a:solidFill>
                <a:latin typeface="Arial"/>
                <a:ea typeface="Arial"/>
                <a:cs typeface="Arial"/>
                <a:sym typeface="Arial"/>
              </a:defRPr>
            </a:lvl1pPr>
            <a:lvl2pPr indent="0" lvl="1" marL="0" algn="r">
              <a:spcBef>
                <a:spcPts val="0"/>
              </a:spcBef>
              <a:buNone/>
              <a:defRPr b="0" i="0" sz="900" u="none" cap="none" strike="noStrike">
                <a:solidFill>
                  <a:srgbClr val="888888"/>
                </a:solidFill>
                <a:latin typeface="Arial"/>
                <a:ea typeface="Arial"/>
                <a:cs typeface="Arial"/>
                <a:sym typeface="Arial"/>
              </a:defRPr>
            </a:lvl2pPr>
            <a:lvl3pPr indent="0" lvl="2" marL="0" algn="r">
              <a:spcBef>
                <a:spcPts val="0"/>
              </a:spcBef>
              <a:buNone/>
              <a:defRPr b="0" i="0" sz="900" u="none" cap="none" strike="noStrike">
                <a:solidFill>
                  <a:srgbClr val="888888"/>
                </a:solidFill>
                <a:latin typeface="Arial"/>
                <a:ea typeface="Arial"/>
                <a:cs typeface="Arial"/>
                <a:sym typeface="Arial"/>
              </a:defRPr>
            </a:lvl3pPr>
            <a:lvl4pPr indent="0" lvl="3" marL="0" algn="r">
              <a:spcBef>
                <a:spcPts val="0"/>
              </a:spcBef>
              <a:buNone/>
              <a:defRPr b="0" i="0" sz="900" u="none" cap="none" strike="noStrike">
                <a:solidFill>
                  <a:srgbClr val="888888"/>
                </a:solidFill>
                <a:latin typeface="Arial"/>
                <a:ea typeface="Arial"/>
                <a:cs typeface="Arial"/>
                <a:sym typeface="Arial"/>
              </a:defRPr>
            </a:lvl4pPr>
            <a:lvl5pPr indent="0" lvl="4" marL="0" algn="r">
              <a:spcBef>
                <a:spcPts val="0"/>
              </a:spcBef>
              <a:buNone/>
              <a:defRPr b="0" i="0" sz="900" u="none" cap="none" strike="noStrike">
                <a:solidFill>
                  <a:srgbClr val="888888"/>
                </a:solidFill>
                <a:latin typeface="Arial"/>
                <a:ea typeface="Arial"/>
                <a:cs typeface="Arial"/>
                <a:sym typeface="Arial"/>
              </a:defRPr>
            </a:lvl5pPr>
            <a:lvl6pPr indent="0" lvl="5" marL="0" algn="r">
              <a:spcBef>
                <a:spcPts val="0"/>
              </a:spcBef>
              <a:buNone/>
              <a:defRPr b="0" i="0" sz="900" u="none" cap="none" strike="noStrike">
                <a:solidFill>
                  <a:srgbClr val="888888"/>
                </a:solidFill>
                <a:latin typeface="Arial"/>
                <a:ea typeface="Arial"/>
                <a:cs typeface="Arial"/>
                <a:sym typeface="Arial"/>
              </a:defRPr>
            </a:lvl6pPr>
            <a:lvl7pPr indent="0" lvl="6" marL="0" algn="r">
              <a:spcBef>
                <a:spcPts val="0"/>
              </a:spcBef>
              <a:buNone/>
              <a:defRPr b="0" i="0" sz="900" u="none" cap="none" strike="noStrike">
                <a:solidFill>
                  <a:srgbClr val="888888"/>
                </a:solidFill>
                <a:latin typeface="Arial"/>
                <a:ea typeface="Arial"/>
                <a:cs typeface="Arial"/>
                <a:sym typeface="Arial"/>
              </a:defRPr>
            </a:lvl7pPr>
            <a:lvl8pPr indent="0" lvl="7" marL="0" algn="r">
              <a:spcBef>
                <a:spcPts val="0"/>
              </a:spcBef>
              <a:buNone/>
              <a:defRPr b="0" i="0" sz="900" u="none" cap="none" strike="noStrike">
                <a:solidFill>
                  <a:srgbClr val="888888"/>
                </a:solidFill>
                <a:latin typeface="Arial"/>
                <a:ea typeface="Arial"/>
                <a:cs typeface="Arial"/>
                <a:sym typeface="Arial"/>
              </a:defRPr>
            </a:lvl8pPr>
            <a:lvl9pPr indent="0" lvl="8" mar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h"/>
              <a:t>‹#›</a:t>
            </a:fld>
            <a:endParaRPr/>
          </a:p>
        </p:txBody>
      </p:sp>
      <p:pic>
        <p:nvPicPr>
          <p:cNvPr id="111" name="Google Shape;111;p15"/>
          <p:cNvPicPr preferRelativeResize="0"/>
          <p:nvPr/>
        </p:nvPicPr>
        <p:blipFill rotWithShape="1">
          <a:blip r:embed="rId3">
            <a:alphaModFix/>
          </a:blip>
          <a:srcRect b="0" l="0" r="0" t="0"/>
          <a:stretch/>
        </p:blipFill>
        <p:spPr>
          <a:xfrm>
            <a:off x="0" y="0"/>
            <a:ext cx="9144000" cy="709613"/>
          </a:xfrm>
          <a:prstGeom prst="rect">
            <a:avLst/>
          </a:prstGeom>
          <a:noFill/>
          <a:ln>
            <a:noFill/>
          </a:ln>
        </p:spPr>
      </p:pic>
      <p:sp>
        <p:nvSpPr>
          <p:cNvPr id="112" name="Google Shape;112;p15"/>
          <p:cNvSpPr txBox="1"/>
          <p:nvPr>
            <p:ph type="title"/>
          </p:nvPr>
        </p:nvSpPr>
        <p:spPr>
          <a:xfrm>
            <a:off x="628650" y="211499"/>
            <a:ext cx="6859039" cy="364331"/>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lt1"/>
              </a:buClr>
              <a:buSzPts val="2400"/>
              <a:buFont typeface="Arial"/>
              <a:buNone/>
              <a:defRPr b="0" sz="2400">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blipFill>
          <a:blip r:embed="rId2">
            <a:alphaModFix/>
          </a:blip>
          <a:stretch>
            <a:fillRect/>
          </a:stretch>
        </a:blipFill>
      </p:bgPr>
    </p:bg>
    <p:spTree>
      <p:nvGrpSpPr>
        <p:cNvPr id="113" name="Shape 113"/>
        <p:cNvGrpSpPr/>
        <p:nvPr/>
      </p:nvGrpSpPr>
      <p:grpSpPr>
        <a:xfrm>
          <a:off x="0" y="0"/>
          <a:ext cx="0" cy="0"/>
          <a:chOff x="0" y="0"/>
          <a:chExt cx="0" cy="0"/>
        </a:xfrm>
      </p:grpSpPr>
      <p:sp>
        <p:nvSpPr>
          <p:cNvPr id="114" name="Google Shape;114;p16"/>
          <p:cNvSpPr txBox="1"/>
          <p:nvPr>
            <p:ph type="title"/>
          </p:nvPr>
        </p:nvSpPr>
        <p:spPr>
          <a:xfrm>
            <a:off x="275034" y="1736564"/>
            <a:ext cx="7886700" cy="979568"/>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lt1"/>
              </a:buClr>
              <a:buSzPts val="4500"/>
              <a:buFont typeface="Arial"/>
              <a:buNone/>
              <a:defRPr sz="4500">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16"/>
          <p:cNvSpPr txBox="1"/>
          <p:nvPr>
            <p:ph idx="1" type="body"/>
          </p:nvPr>
        </p:nvSpPr>
        <p:spPr>
          <a:xfrm>
            <a:off x="275034" y="2736373"/>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lt1"/>
              </a:buClr>
              <a:buSzPts val="1800"/>
              <a:buNone/>
              <a:defRPr sz="1800">
                <a:solidFill>
                  <a:schemeClr val="lt1"/>
                </a:solidFill>
                <a:latin typeface="Arial"/>
                <a:ea typeface="Arial"/>
                <a:cs typeface="Arial"/>
                <a:sym typeface="Aria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116" name="Google Shape;116;p1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solidFill>
                  <a:schemeClr val="lt1"/>
                </a:solidFill>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16"/>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solidFill>
                  <a:schemeClr val="lt1"/>
                </a:solidFill>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16"/>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b="0" i="0" sz="900" u="none" cap="none" strike="noStrike">
                <a:solidFill>
                  <a:schemeClr val="lt1"/>
                </a:solidFill>
                <a:latin typeface="Arial"/>
                <a:ea typeface="Arial"/>
                <a:cs typeface="Arial"/>
                <a:sym typeface="Arial"/>
              </a:defRPr>
            </a:lvl1pPr>
            <a:lvl2pPr indent="0" lvl="1" marL="0" algn="r">
              <a:spcBef>
                <a:spcPts val="0"/>
              </a:spcBef>
              <a:buNone/>
              <a:defRPr b="0" i="0" sz="900" u="none" cap="none" strike="noStrike">
                <a:solidFill>
                  <a:schemeClr val="lt1"/>
                </a:solidFill>
                <a:latin typeface="Arial"/>
                <a:ea typeface="Arial"/>
                <a:cs typeface="Arial"/>
                <a:sym typeface="Arial"/>
              </a:defRPr>
            </a:lvl2pPr>
            <a:lvl3pPr indent="0" lvl="2" marL="0" algn="r">
              <a:spcBef>
                <a:spcPts val="0"/>
              </a:spcBef>
              <a:buNone/>
              <a:defRPr b="0" i="0" sz="900" u="none" cap="none" strike="noStrike">
                <a:solidFill>
                  <a:schemeClr val="lt1"/>
                </a:solidFill>
                <a:latin typeface="Arial"/>
                <a:ea typeface="Arial"/>
                <a:cs typeface="Arial"/>
                <a:sym typeface="Arial"/>
              </a:defRPr>
            </a:lvl3pPr>
            <a:lvl4pPr indent="0" lvl="3" marL="0" algn="r">
              <a:spcBef>
                <a:spcPts val="0"/>
              </a:spcBef>
              <a:buNone/>
              <a:defRPr b="0" i="0" sz="900" u="none" cap="none" strike="noStrike">
                <a:solidFill>
                  <a:schemeClr val="lt1"/>
                </a:solidFill>
                <a:latin typeface="Arial"/>
                <a:ea typeface="Arial"/>
                <a:cs typeface="Arial"/>
                <a:sym typeface="Arial"/>
              </a:defRPr>
            </a:lvl4pPr>
            <a:lvl5pPr indent="0" lvl="4" marL="0" algn="r">
              <a:spcBef>
                <a:spcPts val="0"/>
              </a:spcBef>
              <a:buNone/>
              <a:defRPr b="0" i="0" sz="900" u="none" cap="none" strike="noStrike">
                <a:solidFill>
                  <a:schemeClr val="lt1"/>
                </a:solidFill>
                <a:latin typeface="Arial"/>
                <a:ea typeface="Arial"/>
                <a:cs typeface="Arial"/>
                <a:sym typeface="Arial"/>
              </a:defRPr>
            </a:lvl5pPr>
            <a:lvl6pPr indent="0" lvl="5" marL="0" algn="r">
              <a:spcBef>
                <a:spcPts val="0"/>
              </a:spcBef>
              <a:buNone/>
              <a:defRPr b="0" i="0" sz="900" u="none" cap="none" strike="noStrike">
                <a:solidFill>
                  <a:schemeClr val="lt1"/>
                </a:solidFill>
                <a:latin typeface="Arial"/>
                <a:ea typeface="Arial"/>
                <a:cs typeface="Arial"/>
                <a:sym typeface="Arial"/>
              </a:defRPr>
            </a:lvl6pPr>
            <a:lvl7pPr indent="0" lvl="6" marL="0" algn="r">
              <a:spcBef>
                <a:spcPts val="0"/>
              </a:spcBef>
              <a:buNone/>
              <a:defRPr b="0" i="0" sz="900" u="none" cap="none" strike="noStrike">
                <a:solidFill>
                  <a:schemeClr val="lt1"/>
                </a:solidFill>
                <a:latin typeface="Arial"/>
                <a:ea typeface="Arial"/>
                <a:cs typeface="Arial"/>
                <a:sym typeface="Arial"/>
              </a:defRPr>
            </a:lvl7pPr>
            <a:lvl8pPr indent="0" lvl="7" marL="0" algn="r">
              <a:spcBef>
                <a:spcPts val="0"/>
              </a:spcBef>
              <a:buNone/>
              <a:defRPr b="0" i="0" sz="900" u="none" cap="none" strike="noStrike">
                <a:solidFill>
                  <a:schemeClr val="lt1"/>
                </a:solidFill>
                <a:latin typeface="Arial"/>
                <a:ea typeface="Arial"/>
                <a:cs typeface="Arial"/>
                <a:sym typeface="Arial"/>
              </a:defRPr>
            </a:lvl8pPr>
            <a:lvl9pPr indent="0" lvl="8" marL="0" algn="r">
              <a:spcBef>
                <a:spcPts val="0"/>
              </a:spcBef>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h"/>
              <a:t>‹#›</a:t>
            </a:fld>
            <a:endParaRPr/>
          </a:p>
        </p:txBody>
      </p:sp>
      <p:pic>
        <p:nvPicPr>
          <p:cNvPr id="119" name="Google Shape;119;p16"/>
          <p:cNvPicPr preferRelativeResize="0"/>
          <p:nvPr/>
        </p:nvPicPr>
        <p:blipFill rotWithShape="1">
          <a:blip r:embed="rId3">
            <a:alphaModFix/>
          </a:blip>
          <a:srcRect b="0" l="0" r="0" t="0"/>
          <a:stretch/>
        </p:blipFill>
        <p:spPr>
          <a:xfrm>
            <a:off x="345017" y="214616"/>
            <a:ext cx="1735931" cy="62865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bg>
      <p:bgPr>
        <a:blipFill>
          <a:blip r:embed="rId2">
            <a:alphaModFix/>
          </a:blip>
          <a:stretch>
            <a:fillRect/>
          </a:stretch>
        </a:blipFill>
      </p:bgPr>
    </p:bg>
    <p:spTree>
      <p:nvGrpSpPr>
        <p:cNvPr id="120" name="Shape 120"/>
        <p:cNvGrpSpPr/>
        <p:nvPr/>
      </p:nvGrpSpPr>
      <p:grpSpPr>
        <a:xfrm>
          <a:off x="0" y="0"/>
          <a:ext cx="0" cy="0"/>
          <a:chOff x="0" y="0"/>
          <a:chExt cx="0" cy="0"/>
        </a:xfrm>
      </p:grpSpPr>
      <p:pic>
        <p:nvPicPr>
          <p:cNvPr id="121" name="Google Shape;121;p17"/>
          <p:cNvPicPr preferRelativeResize="0"/>
          <p:nvPr/>
        </p:nvPicPr>
        <p:blipFill rotWithShape="1">
          <a:blip r:embed="rId3">
            <a:alphaModFix/>
          </a:blip>
          <a:srcRect b="0" l="0" r="0" t="0"/>
          <a:stretch/>
        </p:blipFill>
        <p:spPr>
          <a:xfrm>
            <a:off x="0" y="0"/>
            <a:ext cx="9144000" cy="709613"/>
          </a:xfrm>
          <a:prstGeom prst="rect">
            <a:avLst/>
          </a:prstGeom>
          <a:noFill/>
          <a:ln>
            <a:noFill/>
          </a:ln>
        </p:spPr>
      </p:pic>
      <p:sp>
        <p:nvSpPr>
          <p:cNvPr id="122" name="Google Shape;122;p17"/>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61950" lvl="0" marL="457200" algn="l">
              <a:lnSpc>
                <a:spcPct val="90000"/>
              </a:lnSpc>
              <a:spcBef>
                <a:spcPts val="800"/>
              </a:spcBef>
              <a:spcAft>
                <a:spcPts val="0"/>
              </a:spcAft>
              <a:buClr>
                <a:schemeClr val="dk1"/>
              </a:buClr>
              <a:buSzPts val="2100"/>
              <a:buChar char="•"/>
              <a:defRPr>
                <a:latin typeface="Arial"/>
                <a:ea typeface="Arial"/>
                <a:cs typeface="Arial"/>
                <a:sym typeface="Arial"/>
              </a:defRPr>
            </a:lvl1pPr>
            <a:lvl2pPr indent="-342900" lvl="1" marL="914400" algn="l">
              <a:lnSpc>
                <a:spcPct val="90000"/>
              </a:lnSpc>
              <a:spcBef>
                <a:spcPts val="400"/>
              </a:spcBef>
              <a:spcAft>
                <a:spcPts val="0"/>
              </a:spcAft>
              <a:buClr>
                <a:schemeClr val="dk1"/>
              </a:buClr>
              <a:buSzPts val="1800"/>
              <a:buChar char="•"/>
              <a:defRPr>
                <a:latin typeface="Arial"/>
                <a:ea typeface="Arial"/>
                <a:cs typeface="Arial"/>
                <a:sym typeface="Arial"/>
              </a:defRPr>
            </a:lvl2pPr>
            <a:lvl3pPr indent="-323850" lvl="2" marL="1371600" algn="l">
              <a:lnSpc>
                <a:spcPct val="90000"/>
              </a:lnSpc>
              <a:spcBef>
                <a:spcPts val="400"/>
              </a:spcBef>
              <a:spcAft>
                <a:spcPts val="0"/>
              </a:spcAft>
              <a:buClr>
                <a:schemeClr val="dk1"/>
              </a:buClr>
              <a:buSzPts val="1500"/>
              <a:buChar char="•"/>
              <a:defRPr>
                <a:latin typeface="Arial"/>
                <a:ea typeface="Arial"/>
                <a:cs typeface="Arial"/>
                <a:sym typeface="Arial"/>
              </a:defRPr>
            </a:lvl3pPr>
            <a:lvl4pPr indent="-317500" lvl="3" marL="1828800" algn="l">
              <a:lnSpc>
                <a:spcPct val="90000"/>
              </a:lnSpc>
              <a:spcBef>
                <a:spcPts val="400"/>
              </a:spcBef>
              <a:spcAft>
                <a:spcPts val="0"/>
              </a:spcAft>
              <a:buClr>
                <a:schemeClr val="dk1"/>
              </a:buClr>
              <a:buSzPts val="1400"/>
              <a:buChar char="•"/>
              <a:defRPr>
                <a:latin typeface="Arial"/>
                <a:ea typeface="Arial"/>
                <a:cs typeface="Arial"/>
                <a:sym typeface="Arial"/>
              </a:defRPr>
            </a:lvl4pPr>
            <a:lvl5pPr indent="-317500" lvl="4" marL="2286000" algn="l">
              <a:lnSpc>
                <a:spcPct val="90000"/>
              </a:lnSpc>
              <a:spcBef>
                <a:spcPts val="400"/>
              </a:spcBef>
              <a:spcAft>
                <a:spcPts val="0"/>
              </a:spcAft>
              <a:buClr>
                <a:schemeClr val="dk1"/>
              </a:buClr>
              <a:buSzPts val="1400"/>
              <a:buChar char="•"/>
              <a:defRPr>
                <a:latin typeface="Arial"/>
                <a:ea typeface="Arial"/>
                <a:cs typeface="Arial"/>
                <a:sym typeface="Aria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3" name="Google Shape;123;p17"/>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61950" lvl="0" marL="457200" algn="l">
              <a:lnSpc>
                <a:spcPct val="90000"/>
              </a:lnSpc>
              <a:spcBef>
                <a:spcPts val="800"/>
              </a:spcBef>
              <a:spcAft>
                <a:spcPts val="0"/>
              </a:spcAft>
              <a:buClr>
                <a:schemeClr val="dk1"/>
              </a:buClr>
              <a:buSzPts val="2100"/>
              <a:buChar char="•"/>
              <a:defRPr>
                <a:latin typeface="Arial"/>
                <a:ea typeface="Arial"/>
                <a:cs typeface="Arial"/>
                <a:sym typeface="Arial"/>
              </a:defRPr>
            </a:lvl1pPr>
            <a:lvl2pPr indent="-342900" lvl="1" marL="914400" algn="l">
              <a:lnSpc>
                <a:spcPct val="90000"/>
              </a:lnSpc>
              <a:spcBef>
                <a:spcPts val="400"/>
              </a:spcBef>
              <a:spcAft>
                <a:spcPts val="0"/>
              </a:spcAft>
              <a:buClr>
                <a:schemeClr val="dk1"/>
              </a:buClr>
              <a:buSzPts val="1800"/>
              <a:buChar char="•"/>
              <a:defRPr>
                <a:latin typeface="Arial"/>
                <a:ea typeface="Arial"/>
                <a:cs typeface="Arial"/>
                <a:sym typeface="Arial"/>
              </a:defRPr>
            </a:lvl2pPr>
            <a:lvl3pPr indent="-323850" lvl="2" marL="1371600" algn="l">
              <a:lnSpc>
                <a:spcPct val="90000"/>
              </a:lnSpc>
              <a:spcBef>
                <a:spcPts val="400"/>
              </a:spcBef>
              <a:spcAft>
                <a:spcPts val="0"/>
              </a:spcAft>
              <a:buClr>
                <a:schemeClr val="dk1"/>
              </a:buClr>
              <a:buSzPts val="1500"/>
              <a:buChar char="•"/>
              <a:defRPr>
                <a:latin typeface="Arial"/>
                <a:ea typeface="Arial"/>
                <a:cs typeface="Arial"/>
                <a:sym typeface="Arial"/>
              </a:defRPr>
            </a:lvl3pPr>
            <a:lvl4pPr indent="-317500" lvl="3" marL="1828800" algn="l">
              <a:lnSpc>
                <a:spcPct val="90000"/>
              </a:lnSpc>
              <a:spcBef>
                <a:spcPts val="400"/>
              </a:spcBef>
              <a:spcAft>
                <a:spcPts val="0"/>
              </a:spcAft>
              <a:buClr>
                <a:schemeClr val="dk1"/>
              </a:buClr>
              <a:buSzPts val="1400"/>
              <a:buChar char="•"/>
              <a:defRPr>
                <a:latin typeface="Arial"/>
                <a:ea typeface="Arial"/>
                <a:cs typeface="Arial"/>
                <a:sym typeface="Arial"/>
              </a:defRPr>
            </a:lvl4pPr>
            <a:lvl5pPr indent="-317500" lvl="4" marL="2286000" algn="l">
              <a:lnSpc>
                <a:spcPct val="90000"/>
              </a:lnSpc>
              <a:spcBef>
                <a:spcPts val="400"/>
              </a:spcBef>
              <a:spcAft>
                <a:spcPts val="0"/>
              </a:spcAft>
              <a:buClr>
                <a:schemeClr val="dk1"/>
              </a:buClr>
              <a:buSzPts val="1400"/>
              <a:buChar char="•"/>
              <a:defRPr>
                <a:latin typeface="Arial"/>
                <a:ea typeface="Arial"/>
                <a:cs typeface="Arial"/>
                <a:sym typeface="Aria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4" name="Google Shape;124;p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5" name="Google Shape;125;p1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6" name="Google Shape;126;p17"/>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b="0" i="0" sz="900" u="none" cap="none" strike="noStrike">
                <a:solidFill>
                  <a:srgbClr val="888888"/>
                </a:solidFill>
                <a:latin typeface="Arial"/>
                <a:ea typeface="Arial"/>
                <a:cs typeface="Arial"/>
                <a:sym typeface="Arial"/>
              </a:defRPr>
            </a:lvl1pPr>
            <a:lvl2pPr indent="0" lvl="1" marL="0" algn="r">
              <a:spcBef>
                <a:spcPts val="0"/>
              </a:spcBef>
              <a:buNone/>
              <a:defRPr b="0" i="0" sz="900" u="none" cap="none" strike="noStrike">
                <a:solidFill>
                  <a:srgbClr val="888888"/>
                </a:solidFill>
                <a:latin typeface="Arial"/>
                <a:ea typeface="Arial"/>
                <a:cs typeface="Arial"/>
                <a:sym typeface="Arial"/>
              </a:defRPr>
            </a:lvl2pPr>
            <a:lvl3pPr indent="0" lvl="2" marL="0" algn="r">
              <a:spcBef>
                <a:spcPts val="0"/>
              </a:spcBef>
              <a:buNone/>
              <a:defRPr b="0" i="0" sz="900" u="none" cap="none" strike="noStrike">
                <a:solidFill>
                  <a:srgbClr val="888888"/>
                </a:solidFill>
                <a:latin typeface="Arial"/>
                <a:ea typeface="Arial"/>
                <a:cs typeface="Arial"/>
                <a:sym typeface="Arial"/>
              </a:defRPr>
            </a:lvl3pPr>
            <a:lvl4pPr indent="0" lvl="3" marL="0" algn="r">
              <a:spcBef>
                <a:spcPts val="0"/>
              </a:spcBef>
              <a:buNone/>
              <a:defRPr b="0" i="0" sz="900" u="none" cap="none" strike="noStrike">
                <a:solidFill>
                  <a:srgbClr val="888888"/>
                </a:solidFill>
                <a:latin typeface="Arial"/>
                <a:ea typeface="Arial"/>
                <a:cs typeface="Arial"/>
                <a:sym typeface="Arial"/>
              </a:defRPr>
            </a:lvl4pPr>
            <a:lvl5pPr indent="0" lvl="4" marL="0" algn="r">
              <a:spcBef>
                <a:spcPts val="0"/>
              </a:spcBef>
              <a:buNone/>
              <a:defRPr b="0" i="0" sz="900" u="none" cap="none" strike="noStrike">
                <a:solidFill>
                  <a:srgbClr val="888888"/>
                </a:solidFill>
                <a:latin typeface="Arial"/>
                <a:ea typeface="Arial"/>
                <a:cs typeface="Arial"/>
                <a:sym typeface="Arial"/>
              </a:defRPr>
            </a:lvl5pPr>
            <a:lvl6pPr indent="0" lvl="5" marL="0" algn="r">
              <a:spcBef>
                <a:spcPts val="0"/>
              </a:spcBef>
              <a:buNone/>
              <a:defRPr b="0" i="0" sz="900" u="none" cap="none" strike="noStrike">
                <a:solidFill>
                  <a:srgbClr val="888888"/>
                </a:solidFill>
                <a:latin typeface="Arial"/>
                <a:ea typeface="Arial"/>
                <a:cs typeface="Arial"/>
                <a:sym typeface="Arial"/>
              </a:defRPr>
            </a:lvl6pPr>
            <a:lvl7pPr indent="0" lvl="6" marL="0" algn="r">
              <a:spcBef>
                <a:spcPts val="0"/>
              </a:spcBef>
              <a:buNone/>
              <a:defRPr b="0" i="0" sz="900" u="none" cap="none" strike="noStrike">
                <a:solidFill>
                  <a:srgbClr val="888888"/>
                </a:solidFill>
                <a:latin typeface="Arial"/>
                <a:ea typeface="Arial"/>
                <a:cs typeface="Arial"/>
                <a:sym typeface="Arial"/>
              </a:defRPr>
            </a:lvl7pPr>
            <a:lvl8pPr indent="0" lvl="7" marL="0" algn="r">
              <a:spcBef>
                <a:spcPts val="0"/>
              </a:spcBef>
              <a:buNone/>
              <a:defRPr b="0" i="0" sz="900" u="none" cap="none" strike="noStrike">
                <a:solidFill>
                  <a:srgbClr val="888888"/>
                </a:solidFill>
                <a:latin typeface="Arial"/>
                <a:ea typeface="Arial"/>
                <a:cs typeface="Arial"/>
                <a:sym typeface="Arial"/>
              </a:defRPr>
            </a:lvl8pPr>
            <a:lvl9pPr indent="0" lvl="8" mar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h"/>
              <a:t>‹#›</a:t>
            </a:fld>
            <a:endParaRPr/>
          </a:p>
        </p:txBody>
      </p:sp>
      <p:sp>
        <p:nvSpPr>
          <p:cNvPr id="127" name="Google Shape;127;p17"/>
          <p:cNvSpPr txBox="1"/>
          <p:nvPr>
            <p:ph type="title"/>
          </p:nvPr>
        </p:nvSpPr>
        <p:spPr>
          <a:xfrm>
            <a:off x="628650" y="211499"/>
            <a:ext cx="6859039" cy="364331"/>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lt1"/>
              </a:buClr>
              <a:buSzPts val="2400"/>
              <a:buFont typeface="Arial"/>
              <a:buNone/>
              <a:defRPr b="0" sz="2400">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bg>
      <p:bgPr>
        <a:blipFill>
          <a:blip r:embed="rId2">
            <a:alphaModFix/>
          </a:blip>
          <a:stretch>
            <a:fillRect/>
          </a:stretch>
        </a:blipFill>
      </p:bgPr>
    </p:bg>
    <p:spTree>
      <p:nvGrpSpPr>
        <p:cNvPr id="128" name="Shape 128"/>
        <p:cNvGrpSpPr/>
        <p:nvPr/>
      </p:nvGrpSpPr>
      <p:grpSpPr>
        <a:xfrm>
          <a:off x="0" y="0"/>
          <a:ext cx="0" cy="0"/>
          <a:chOff x="0" y="0"/>
          <a:chExt cx="0" cy="0"/>
        </a:xfrm>
      </p:grpSpPr>
      <p:pic>
        <p:nvPicPr>
          <p:cNvPr id="129" name="Google Shape;129;p18"/>
          <p:cNvPicPr preferRelativeResize="0"/>
          <p:nvPr/>
        </p:nvPicPr>
        <p:blipFill rotWithShape="1">
          <a:blip r:embed="rId3">
            <a:alphaModFix/>
          </a:blip>
          <a:srcRect b="0" l="0" r="0" t="0"/>
          <a:stretch/>
        </p:blipFill>
        <p:spPr>
          <a:xfrm>
            <a:off x="0" y="0"/>
            <a:ext cx="9144000" cy="709613"/>
          </a:xfrm>
          <a:prstGeom prst="rect">
            <a:avLst/>
          </a:prstGeom>
          <a:noFill/>
          <a:ln>
            <a:noFill/>
          </a:ln>
        </p:spPr>
      </p:pic>
      <p:sp>
        <p:nvSpPr>
          <p:cNvPr id="130" name="Google Shape;130;p18"/>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atin typeface="Arial"/>
                <a:ea typeface="Arial"/>
                <a:cs typeface="Arial"/>
                <a:sym typeface="Arial"/>
              </a:defRPr>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31" name="Google Shape;131;p18"/>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61950" lvl="0" marL="457200" algn="l">
              <a:lnSpc>
                <a:spcPct val="90000"/>
              </a:lnSpc>
              <a:spcBef>
                <a:spcPts val="800"/>
              </a:spcBef>
              <a:spcAft>
                <a:spcPts val="0"/>
              </a:spcAft>
              <a:buClr>
                <a:schemeClr val="dk1"/>
              </a:buClr>
              <a:buSzPts val="2100"/>
              <a:buChar char="•"/>
              <a:defRPr>
                <a:latin typeface="Arial"/>
                <a:ea typeface="Arial"/>
                <a:cs typeface="Arial"/>
                <a:sym typeface="Arial"/>
              </a:defRPr>
            </a:lvl1pPr>
            <a:lvl2pPr indent="-342900" lvl="1" marL="914400" algn="l">
              <a:lnSpc>
                <a:spcPct val="90000"/>
              </a:lnSpc>
              <a:spcBef>
                <a:spcPts val="400"/>
              </a:spcBef>
              <a:spcAft>
                <a:spcPts val="0"/>
              </a:spcAft>
              <a:buClr>
                <a:schemeClr val="dk1"/>
              </a:buClr>
              <a:buSzPts val="1800"/>
              <a:buChar char="•"/>
              <a:defRPr>
                <a:latin typeface="Arial"/>
                <a:ea typeface="Arial"/>
                <a:cs typeface="Arial"/>
                <a:sym typeface="Arial"/>
              </a:defRPr>
            </a:lvl2pPr>
            <a:lvl3pPr indent="-323850" lvl="2" marL="1371600" algn="l">
              <a:lnSpc>
                <a:spcPct val="90000"/>
              </a:lnSpc>
              <a:spcBef>
                <a:spcPts val="400"/>
              </a:spcBef>
              <a:spcAft>
                <a:spcPts val="0"/>
              </a:spcAft>
              <a:buClr>
                <a:schemeClr val="dk1"/>
              </a:buClr>
              <a:buSzPts val="1500"/>
              <a:buChar char="•"/>
              <a:defRPr>
                <a:latin typeface="Arial"/>
                <a:ea typeface="Arial"/>
                <a:cs typeface="Arial"/>
                <a:sym typeface="Arial"/>
              </a:defRPr>
            </a:lvl3pPr>
            <a:lvl4pPr indent="-317500" lvl="3" marL="1828800" algn="l">
              <a:lnSpc>
                <a:spcPct val="90000"/>
              </a:lnSpc>
              <a:spcBef>
                <a:spcPts val="400"/>
              </a:spcBef>
              <a:spcAft>
                <a:spcPts val="0"/>
              </a:spcAft>
              <a:buClr>
                <a:schemeClr val="dk1"/>
              </a:buClr>
              <a:buSzPts val="1400"/>
              <a:buChar char="•"/>
              <a:defRPr>
                <a:latin typeface="Arial"/>
                <a:ea typeface="Arial"/>
                <a:cs typeface="Arial"/>
                <a:sym typeface="Arial"/>
              </a:defRPr>
            </a:lvl4pPr>
            <a:lvl5pPr indent="-317500" lvl="4" marL="2286000" algn="l">
              <a:lnSpc>
                <a:spcPct val="90000"/>
              </a:lnSpc>
              <a:spcBef>
                <a:spcPts val="400"/>
              </a:spcBef>
              <a:spcAft>
                <a:spcPts val="0"/>
              </a:spcAft>
              <a:buClr>
                <a:schemeClr val="dk1"/>
              </a:buClr>
              <a:buSzPts val="1400"/>
              <a:buChar char="•"/>
              <a:defRPr>
                <a:latin typeface="Arial"/>
                <a:ea typeface="Arial"/>
                <a:cs typeface="Arial"/>
                <a:sym typeface="Aria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2" name="Google Shape;132;p1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atin typeface="Arial"/>
                <a:ea typeface="Arial"/>
                <a:cs typeface="Arial"/>
                <a:sym typeface="Arial"/>
              </a:defRPr>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33" name="Google Shape;133;p18"/>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61950" lvl="0" marL="457200" algn="l">
              <a:lnSpc>
                <a:spcPct val="90000"/>
              </a:lnSpc>
              <a:spcBef>
                <a:spcPts val="800"/>
              </a:spcBef>
              <a:spcAft>
                <a:spcPts val="0"/>
              </a:spcAft>
              <a:buClr>
                <a:schemeClr val="dk1"/>
              </a:buClr>
              <a:buSzPts val="2100"/>
              <a:buChar char="•"/>
              <a:defRPr>
                <a:latin typeface="Arial"/>
                <a:ea typeface="Arial"/>
                <a:cs typeface="Arial"/>
                <a:sym typeface="Arial"/>
              </a:defRPr>
            </a:lvl1pPr>
            <a:lvl2pPr indent="-342900" lvl="1" marL="914400" algn="l">
              <a:lnSpc>
                <a:spcPct val="90000"/>
              </a:lnSpc>
              <a:spcBef>
                <a:spcPts val="400"/>
              </a:spcBef>
              <a:spcAft>
                <a:spcPts val="0"/>
              </a:spcAft>
              <a:buClr>
                <a:schemeClr val="dk1"/>
              </a:buClr>
              <a:buSzPts val="1800"/>
              <a:buChar char="•"/>
              <a:defRPr>
                <a:latin typeface="Arial"/>
                <a:ea typeface="Arial"/>
                <a:cs typeface="Arial"/>
                <a:sym typeface="Arial"/>
              </a:defRPr>
            </a:lvl2pPr>
            <a:lvl3pPr indent="-323850" lvl="2" marL="1371600" algn="l">
              <a:lnSpc>
                <a:spcPct val="90000"/>
              </a:lnSpc>
              <a:spcBef>
                <a:spcPts val="400"/>
              </a:spcBef>
              <a:spcAft>
                <a:spcPts val="0"/>
              </a:spcAft>
              <a:buClr>
                <a:schemeClr val="dk1"/>
              </a:buClr>
              <a:buSzPts val="1500"/>
              <a:buChar char="•"/>
              <a:defRPr>
                <a:latin typeface="Arial"/>
                <a:ea typeface="Arial"/>
                <a:cs typeface="Arial"/>
                <a:sym typeface="Arial"/>
              </a:defRPr>
            </a:lvl3pPr>
            <a:lvl4pPr indent="-317500" lvl="3" marL="1828800" algn="l">
              <a:lnSpc>
                <a:spcPct val="90000"/>
              </a:lnSpc>
              <a:spcBef>
                <a:spcPts val="400"/>
              </a:spcBef>
              <a:spcAft>
                <a:spcPts val="0"/>
              </a:spcAft>
              <a:buClr>
                <a:schemeClr val="dk1"/>
              </a:buClr>
              <a:buSzPts val="1400"/>
              <a:buChar char="•"/>
              <a:defRPr>
                <a:latin typeface="Arial"/>
                <a:ea typeface="Arial"/>
                <a:cs typeface="Arial"/>
                <a:sym typeface="Arial"/>
              </a:defRPr>
            </a:lvl4pPr>
            <a:lvl5pPr indent="-317500" lvl="4" marL="2286000" algn="l">
              <a:lnSpc>
                <a:spcPct val="90000"/>
              </a:lnSpc>
              <a:spcBef>
                <a:spcPts val="400"/>
              </a:spcBef>
              <a:spcAft>
                <a:spcPts val="0"/>
              </a:spcAft>
              <a:buClr>
                <a:schemeClr val="dk1"/>
              </a:buClr>
              <a:buSzPts val="1400"/>
              <a:buChar char="•"/>
              <a:defRPr>
                <a:latin typeface="Arial"/>
                <a:ea typeface="Arial"/>
                <a:cs typeface="Arial"/>
                <a:sym typeface="Aria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4" name="Google Shape;134;p18"/>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5" name="Google Shape;135;p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6" name="Google Shape;136;p1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b="0" i="0" sz="900" u="none" cap="none" strike="noStrike">
                <a:solidFill>
                  <a:srgbClr val="888888"/>
                </a:solidFill>
                <a:latin typeface="Arial"/>
                <a:ea typeface="Arial"/>
                <a:cs typeface="Arial"/>
                <a:sym typeface="Arial"/>
              </a:defRPr>
            </a:lvl1pPr>
            <a:lvl2pPr indent="0" lvl="1" marL="0" algn="r">
              <a:spcBef>
                <a:spcPts val="0"/>
              </a:spcBef>
              <a:buNone/>
              <a:defRPr b="0" i="0" sz="900" u="none" cap="none" strike="noStrike">
                <a:solidFill>
                  <a:srgbClr val="888888"/>
                </a:solidFill>
                <a:latin typeface="Arial"/>
                <a:ea typeface="Arial"/>
                <a:cs typeface="Arial"/>
                <a:sym typeface="Arial"/>
              </a:defRPr>
            </a:lvl2pPr>
            <a:lvl3pPr indent="0" lvl="2" marL="0" algn="r">
              <a:spcBef>
                <a:spcPts val="0"/>
              </a:spcBef>
              <a:buNone/>
              <a:defRPr b="0" i="0" sz="900" u="none" cap="none" strike="noStrike">
                <a:solidFill>
                  <a:srgbClr val="888888"/>
                </a:solidFill>
                <a:latin typeface="Arial"/>
                <a:ea typeface="Arial"/>
                <a:cs typeface="Arial"/>
                <a:sym typeface="Arial"/>
              </a:defRPr>
            </a:lvl3pPr>
            <a:lvl4pPr indent="0" lvl="3" marL="0" algn="r">
              <a:spcBef>
                <a:spcPts val="0"/>
              </a:spcBef>
              <a:buNone/>
              <a:defRPr b="0" i="0" sz="900" u="none" cap="none" strike="noStrike">
                <a:solidFill>
                  <a:srgbClr val="888888"/>
                </a:solidFill>
                <a:latin typeface="Arial"/>
                <a:ea typeface="Arial"/>
                <a:cs typeface="Arial"/>
                <a:sym typeface="Arial"/>
              </a:defRPr>
            </a:lvl4pPr>
            <a:lvl5pPr indent="0" lvl="4" marL="0" algn="r">
              <a:spcBef>
                <a:spcPts val="0"/>
              </a:spcBef>
              <a:buNone/>
              <a:defRPr b="0" i="0" sz="900" u="none" cap="none" strike="noStrike">
                <a:solidFill>
                  <a:srgbClr val="888888"/>
                </a:solidFill>
                <a:latin typeface="Arial"/>
                <a:ea typeface="Arial"/>
                <a:cs typeface="Arial"/>
                <a:sym typeface="Arial"/>
              </a:defRPr>
            </a:lvl5pPr>
            <a:lvl6pPr indent="0" lvl="5" marL="0" algn="r">
              <a:spcBef>
                <a:spcPts val="0"/>
              </a:spcBef>
              <a:buNone/>
              <a:defRPr b="0" i="0" sz="900" u="none" cap="none" strike="noStrike">
                <a:solidFill>
                  <a:srgbClr val="888888"/>
                </a:solidFill>
                <a:latin typeface="Arial"/>
                <a:ea typeface="Arial"/>
                <a:cs typeface="Arial"/>
                <a:sym typeface="Arial"/>
              </a:defRPr>
            </a:lvl6pPr>
            <a:lvl7pPr indent="0" lvl="6" marL="0" algn="r">
              <a:spcBef>
                <a:spcPts val="0"/>
              </a:spcBef>
              <a:buNone/>
              <a:defRPr b="0" i="0" sz="900" u="none" cap="none" strike="noStrike">
                <a:solidFill>
                  <a:srgbClr val="888888"/>
                </a:solidFill>
                <a:latin typeface="Arial"/>
                <a:ea typeface="Arial"/>
                <a:cs typeface="Arial"/>
                <a:sym typeface="Arial"/>
              </a:defRPr>
            </a:lvl7pPr>
            <a:lvl8pPr indent="0" lvl="7" marL="0" algn="r">
              <a:spcBef>
                <a:spcPts val="0"/>
              </a:spcBef>
              <a:buNone/>
              <a:defRPr b="0" i="0" sz="900" u="none" cap="none" strike="noStrike">
                <a:solidFill>
                  <a:srgbClr val="888888"/>
                </a:solidFill>
                <a:latin typeface="Arial"/>
                <a:ea typeface="Arial"/>
                <a:cs typeface="Arial"/>
                <a:sym typeface="Arial"/>
              </a:defRPr>
            </a:lvl8pPr>
            <a:lvl9pPr indent="0" lvl="8" mar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h"/>
              <a:t>‹#›</a:t>
            </a:fld>
            <a:endParaRPr/>
          </a:p>
        </p:txBody>
      </p:sp>
      <p:sp>
        <p:nvSpPr>
          <p:cNvPr id="137" name="Google Shape;137;p18"/>
          <p:cNvSpPr txBox="1"/>
          <p:nvPr>
            <p:ph type="title"/>
          </p:nvPr>
        </p:nvSpPr>
        <p:spPr>
          <a:xfrm>
            <a:off x="628650" y="211499"/>
            <a:ext cx="6859039" cy="364331"/>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lt1"/>
              </a:buClr>
              <a:buSzPts val="2400"/>
              <a:buFont typeface="Arial"/>
              <a:buNone/>
              <a:defRPr b="0" sz="2400">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bg>
      <p:bgPr>
        <a:blipFill>
          <a:blip r:embed="rId2">
            <a:alphaModFix/>
          </a:blip>
          <a:stretch>
            <a:fillRect/>
          </a:stretch>
        </a:blipFill>
      </p:bgPr>
    </p:bg>
    <p:spTree>
      <p:nvGrpSpPr>
        <p:cNvPr id="138" name="Shape 138"/>
        <p:cNvGrpSpPr/>
        <p:nvPr/>
      </p:nvGrpSpPr>
      <p:grpSpPr>
        <a:xfrm>
          <a:off x="0" y="0"/>
          <a:ext cx="0" cy="0"/>
          <a:chOff x="0" y="0"/>
          <a:chExt cx="0" cy="0"/>
        </a:xfrm>
      </p:grpSpPr>
      <p:sp>
        <p:nvSpPr>
          <p:cNvPr id="139" name="Google Shape;139;p19"/>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0" name="Google Shape;140;p19"/>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1" name="Google Shape;141;p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b="0" i="0" sz="900" u="none" cap="none" strike="noStrike">
                <a:solidFill>
                  <a:srgbClr val="888888"/>
                </a:solidFill>
                <a:latin typeface="Arial"/>
                <a:ea typeface="Arial"/>
                <a:cs typeface="Arial"/>
                <a:sym typeface="Arial"/>
              </a:defRPr>
            </a:lvl1pPr>
            <a:lvl2pPr indent="0" lvl="1" marL="0" algn="r">
              <a:spcBef>
                <a:spcPts val="0"/>
              </a:spcBef>
              <a:buNone/>
              <a:defRPr b="0" i="0" sz="900" u="none" cap="none" strike="noStrike">
                <a:solidFill>
                  <a:srgbClr val="888888"/>
                </a:solidFill>
                <a:latin typeface="Arial"/>
                <a:ea typeface="Arial"/>
                <a:cs typeface="Arial"/>
                <a:sym typeface="Arial"/>
              </a:defRPr>
            </a:lvl2pPr>
            <a:lvl3pPr indent="0" lvl="2" marL="0" algn="r">
              <a:spcBef>
                <a:spcPts val="0"/>
              </a:spcBef>
              <a:buNone/>
              <a:defRPr b="0" i="0" sz="900" u="none" cap="none" strike="noStrike">
                <a:solidFill>
                  <a:srgbClr val="888888"/>
                </a:solidFill>
                <a:latin typeface="Arial"/>
                <a:ea typeface="Arial"/>
                <a:cs typeface="Arial"/>
                <a:sym typeface="Arial"/>
              </a:defRPr>
            </a:lvl3pPr>
            <a:lvl4pPr indent="0" lvl="3" marL="0" algn="r">
              <a:spcBef>
                <a:spcPts val="0"/>
              </a:spcBef>
              <a:buNone/>
              <a:defRPr b="0" i="0" sz="900" u="none" cap="none" strike="noStrike">
                <a:solidFill>
                  <a:srgbClr val="888888"/>
                </a:solidFill>
                <a:latin typeface="Arial"/>
                <a:ea typeface="Arial"/>
                <a:cs typeface="Arial"/>
                <a:sym typeface="Arial"/>
              </a:defRPr>
            </a:lvl4pPr>
            <a:lvl5pPr indent="0" lvl="4" marL="0" algn="r">
              <a:spcBef>
                <a:spcPts val="0"/>
              </a:spcBef>
              <a:buNone/>
              <a:defRPr b="0" i="0" sz="900" u="none" cap="none" strike="noStrike">
                <a:solidFill>
                  <a:srgbClr val="888888"/>
                </a:solidFill>
                <a:latin typeface="Arial"/>
                <a:ea typeface="Arial"/>
                <a:cs typeface="Arial"/>
                <a:sym typeface="Arial"/>
              </a:defRPr>
            </a:lvl5pPr>
            <a:lvl6pPr indent="0" lvl="5" marL="0" algn="r">
              <a:spcBef>
                <a:spcPts val="0"/>
              </a:spcBef>
              <a:buNone/>
              <a:defRPr b="0" i="0" sz="900" u="none" cap="none" strike="noStrike">
                <a:solidFill>
                  <a:srgbClr val="888888"/>
                </a:solidFill>
                <a:latin typeface="Arial"/>
                <a:ea typeface="Arial"/>
                <a:cs typeface="Arial"/>
                <a:sym typeface="Arial"/>
              </a:defRPr>
            </a:lvl6pPr>
            <a:lvl7pPr indent="0" lvl="6" marL="0" algn="r">
              <a:spcBef>
                <a:spcPts val="0"/>
              </a:spcBef>
              <a:buNone/>
              <a:defRPr b="0" i="0" sz="900" u="none" cap="none" strike="noStrike">
                <a:solidFill>
                  <a:srgbClr val="888888"/>
                </a:solidFill>
                <a:latin typeface="Arial"/>
                <a:ea typeface="Arial"/>
                <a:cs typeface="Arial"/>
                <a:sym typeface="Arial"/>
              </a:defRPr>
            </a:lvl7pPr>
            <a:lvl8pPr indent="0" lvl="7" marL="0" algn="r">
              <a:spcBef>
                <a:spcPts val="0"/>
              </a:spcBef>
              <a:buNone/>
              <a:defRPr b="0" i="0" sz="900" u="none" cap="none" strike="noStrike">
                <a:solidFill>
                  <a:srgbClr val="888888"/>
                </a:solidFill>
                <a:latin typeface="Arial"/>
                <a:ea typeface="Arial"/>
                <a:cs typeface="Arial"/>
                <a:sym typeface="Arial"/>
              </a:defRPr>
            </a:lvl8pPr>
            <a:lvl9pPr indent="0" lvl="8" mar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h"/>
              <a:t>‹#›</a:t>
            </a:fld>
            <a:endParaRPr/>
          </a:p>
        </p:txBody>
      </p:sp>
      <p:pic>
        <p:nvPicPr>
          <p:cNvPr id="142" name="Google Shape;142;p19"/>
          <p:cNvPicPr preferRelativeResize="0"/>
          <p:nvPr/>
        </p:nvPicPr>
        <p:blipFill rotWithShape="1">
          <a:blip r:embed="rId3">
            <a:alphaModFix/>
          </a:blip>
          <a:srcRect b="0" l="0" r="0" t="0"/>
          <a:stretch/>
        </p:blipFill>
        <p:spPr>
          <a:xfrm>
            <a:off x="0" y="0"/>
            <a:ext cx="9144000" cy="709613"/>
          </a:xfrm>
          <a:prstGeom prst="rect">
            <a:avLst/>
          </a:prstGeom>
          <a:noFill/>
          <a:ln>
            <a:noFill/>
          </a:ln>
        </p:spPr>
      </p:pic>
      <p:sp>
        <p:nvSpPr>
          <p:cNvPr id="143" name="Google Shape;143;p19"/>
          <p:cNvSpPr txBox="1"/>
          <p:nvPr>
            <p:ph type="title"/>
          </p:nvPr>
        </p:nvSpPr>
        <p:spPr>
          <a:xfrm>
            <a:off x="628650" y="211499"/>
            <a:ext cx="6859039" cy="364331"/>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lt1"/>
              </a:buClr>
              <a:buSzPts val="2400"/>
              <a:buFont typeface="Arial"/>
              <a:buNone/>
              <a:defRPr b="0" sz="2400">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blipFill>
          <a:blip r:embed="rId2">
            <a:alphaModFix/>
          </a:blip>
          <a:stretch>
            <a:fillRect/>
          </a:stretch>
        </a:blipFill>
      </p:bgPr>
    </p:bg>
    <p:spTree>
      <p:nvGrpSpPr>
        <p:cNvPr id="144" name="Shape 144"/>
        <p:cNvGrpSpPr/>
        <p:nvPr/>
      </p:nvGrpSpPr>
      <p:grpSpPr>
        <a:xfrm>
          <a:off x="0" y="0"/>
          <a:ext cx="0" cy="0"/>
          <a:chOff x="0" y="0"/>
          <a:chExt cx="0" cy="0"/>
        </a:xfrm>
      </p:grpSpPr>
      <p:sp>
        <p:nvSpPr>
          <p:cNvPr id="145" name="Google Shape;145;p2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6" name="Google Shape;146;p20"/>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7" name="Google Shape;147;p20"/>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b="0" i="0" sz="900" u="none" cap="none" strike="noStrike">
                <a:solidFill>
                  <a:srgbClr val="888888"/>
                </a:solidFill>
                <a:latin typeface="Arial"/>
                <a:ea typeface="Arial"/>
                <a:cs typeface="Arial"/>
                <a:sym typeface="Arial"/>
              </a:defRPr>
            </a:lvl1pPr>
            <a:lvl2pPr indent="0" lvl="1" marL="0" algn="r">
              <a:spcBef>
                <a:spcPts val="0"/>
              </a:spcBef>
              <a:buNone/>
              <a:defRPr b="0" i="0" sz="900" u="none" cap="none" strike="noStrike">
                <a:solidFill>
                  <a:srgbClr val="888888"/>
                </a:solidFill>
                <a:latin typeface="Arial"/>
                <a:ea typeface="Arial"/>
                <a:cs typeface="Arial"/>
                <a:sym typeface="Arial"/>
              </a:defRPr>
            </a:lvl2pPr>
            <a:lvl3pPr indent="0" lvl="2" marL="0" algn="r">
              <a:spcBef>
                <a:spcPts val="0"/>
              </a:spcBef>
              <a:buNone/>
              <a:defRPr b="0" i="0" sz="900" u="none" cap="none" strike="noStrike">
                <a:solidFill>
                  <a:srgbClr val="888888"/>
                </a:solidFill>
                <a:latin typeface="Arial"/>
                <a:ea typeface="Arial"/>
                <a:cs typeface="Arial"/>
                <a:sym typeface="Arial"/>
              </a:defRPr>
            </a:lvl3pPr>
            <a:lvl4pPr indent="0" lvl="3" marL="0" algn="r">
              <a:spcBef>
                <a:spcPts val="0"/>
              </a:spcBef>
              <a:buNone/>
              <a:defRPr b="0" i="0" sz="900" u="none" cap="none" strike="noStrike">
                <a:solidFill>
                  <a:srgbClr val="888888"/>
                </a:solidFill>
                <a:latin typeface="Arial"/>
                <a:ea typeface="Arial"/>
                <a:cs typeface="Arial"/>
                <a:sym typeface="Arial"/>
              </a:defRPr>
            </a:lvl4pPr>
            <a:lvl5pPr indent="0" lvl="4" marL="0" algn="r">
              <a:spcBef>
                <a:spcPts val="0"/>
              </a:spcBef>
              <a:buNone/>
              <a:defRPr b="0" i="0" sz="900" u="none" cap="none" strike="noStrike">
                <a:solidFill>
                  <a:srgbClr val="888888"/>
                </a:solidFill>
                <a:latin typeface="Arial"/>
                <a:ea typeface="Arial"/>
                <a:cs typeface="Arial"/>
                <a:sym typeface="Arial"/>
              </a:defRPr>
            </a:lvl5pPr>
            <a:lvl6pPr indent="0" lvl="5" marL="0" algn="r">
              <a:spcBef>
                <a:spcPts val="0"/>
              </a:spcBef>
              <a:buNone/>
              <a:defRPr b="0" i="0" sz="900" u="none" cap="none" strike="noStrike">
                <a:solidFill>
                  <a:srgbClr val="888888"/>
                </a:solidFill>
                <a:latin typeface="Arial"/>
                <a:ea typeface="Arial"/>
                <a:cs typeface="Arial"/>
                <a:sym typeface="Arial"/>
              </a:defRPr>
            </a:lvl6pPr>
            <a:lvl7pPr indent="0" lvl="6" marL="0" algn="r">
              <a:spcBef>
                <a:spcPts val="0"/>
              </a:spcBef>
              <a:buNone/>
              <a:defRPr b="0" i="0" sz="900" u="none" cap="none" strike="noStrike">
                <a:solidFill>
                  <a:srgbClr val="888888"/>
                </a:solidFill>
                <a:latin typeface="Arial"/>
                <a:ea typeface="Arial"/>
                <a:cs typeface="Arial"/>
                <a:sym typeface="Arial"/>
              </a:defRPr>
            </a:lvl7pPr>
            <a:lvl8pPr indent="0" lvl="7" marL="0" algn="r">
              <a:spcBef>
                <a:spcPts val="0"/>
              </a:spcBef>
              <a:buNone/>
              <a:defRPr b="0" i="0" sz="900" u="none" cap="none" strike="noStrike">
                <a:solidFill>
                  <a:srgbClr val="888888"/>
                </a:solidFill>
                <a:latin typeface="Arial"/>
                <a:ea typeface="Arial"/>
                <a:cs typeface="Arial"/>
                <a:sym typeface="Arial"/>
              </a:defRPr>
            </a:lvl8pPr>
            <a:lvl9pPr indent="0" lvl="8" mar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h"/>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bg>
      <p:bgPr>
        <a:blipFill>
          <a:blip r:embed="rId2">
            <a:alphaModFix/>
          </a:blip>
          <a:stretch>
            <a:fillRect/>
          </a:stretch>
        </a:blipFill>
      </p:bgPr>
    </p:bg>
    <p:spTree>
      <p:nvGrpSpPr>
        <p:cNvPr id="148" name="Shape 148"/>
        <p:cNvGrpSpPr/>
        <p:nvPr/>
      </p:nvGrpSpPr>
      <p:grpSpPr>
        <a:xfrm>
          <a:off x="0" y="0"/>
          <a:ext cx="0" cy="0"/>
          <a:chOff x="0" y="0"/>
          <a:chExt cx="0" cy="0"/>
        </a:xfrm>
      </p:grpSpPr>
      <p:sp>
        <p:nvSpPr>
          <p:cNvPr id="149" name="Google Shape;149;p21"/>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50" name="Google Shape;150;p21"/>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atin typeface="Arial"/>
                <a:ea typeface="Arial"/>
                <a:cs typeface="Arial"/>
                <a:sym typeface="Arial"/>
              </a:defRPr>
            </a:lvl1pPr>
            <a:lvl2pPr indent="-361950" lvl="1" marL="914400" algn="l">
              <a:lnSpc>
                <a:spcPct val="90000"/>
              </a:lnSpc>
              <a:spcBef>
                <a:spcPts val="400"/>
              </a:spcBef>
              <a:spcAft>
                <a:spcPts val="0"/>
              </a:spcAft>
              <a:buClr>
                <a:schemeClr val="dk1"/>
              </a:buClr>
              <a:buSzPts val="2100"/>
              <a:buChar char="•"/>
              <a:defRPr sz="2100">
                <a:latin typeface="Arial"/>
                <a:ea typeface="Arial"/>
                <a:cs typeface="Arial"/>
                <a:sym typeface="Arial"/>
              </a:defRPr>
            </a:lvl2pPr>
            <a:lvl3pPr indent="-342900" lvl="2" marL="1371600" algn="l">
              <a:lnSpc>
                <a:spcPct val="90000"/>
              </a:lnSpc>
              <a:spcBef>
                <a:spcPts val="400"/>
              </a:spcBef>
              <a:spcAft>
                <a:spcPts val="0"/>
              </a:spcAft>
              <a:buClr>
                <a:schemeClr val="dk1"/>
              </a:buClr>
              <a:buSzPts val="1800"/>
              <a:buChar char="•"/>
              <a:defRPr sz="1800">
                <a:latin typeface="Arial"/>
                <a:ea typeface="Arial"/>
                <a:cs typeface="Arial"/>
                <a:sym typeface="Arial"/>
              </a:defRPr>
            </a:lvl3pPr>
            <a:lvl4pPr indent="-323850" lvl="3" marL="1828800" algn="l">
              <a:lnSpc>
                <a:spcPct val="90000"/>
              </a:lnSpc>
              <a:spcBef>
                <a:spcPts val="400"/>
              </a:spcBef>
              <a:spcAft>
                <a:spcPts val="0"/>
              </a:spcAft>
              <a:buClr>
                <a:schemeClr val="dk1"/>
              </a:buClr>
              <a:buSzPts val="1500"/>
              <a:buChar char="•"/>
              <a:defRPr sz="1500">
                <a:latin typeface="Arial"/>
                <a:ea typeface="Arial"/>
                <a:cs typeface="Arial"/>
                <a:sym typeface="Arial"/>
              </a:defRPr>
            </a:lvl4pPr>
            <a:lvl5pPr indent="-323850" lvl="4" marL="2286000" algn="l">
              <a:lnSpc>
                <a:spcPct val="90000"/>
              </a:lnSpc>
              <a:spcBef>
                <a:spcPts val="400"/>
              </a:spcBef>
              <a:spcAft>
                <a:spcPts val="0"/>
              </a:spcAft>
              <a:buClr>
                <a:schemeClr val="dk1"/>
              </a:buClr>
              <a:buSzPts val="1500"/>
              <a:buChar char="•"/>
              <a:defRPr sz="1500">
                <a:latin typeface="Arial"/>
                <a:ea typeface="Arial"/>
                <a:cs typeface="Arial"/>
                <a:sym typeface="Arial"/>
              </a:defRPr>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51" name="Google Shape;151;p21"/>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atin typeface="Arial"/>
                <a:ea typeface="Arial"/>
                <a:cs typeface="Arial"/>
                <a:sym typeface="Arial"/>
              </a:defRPr>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52" name="Google Shape;152;p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3" name="Google Shape;153;p2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4" name="Google Shape;154;p21"/>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b="0" i="0" sz="900" u="none" cap="none" strike="noStrike">
                <a:solidFill>
                  <a:srgbClr val="888888"/>
                </a:solidFill>
                <a:latin typeface="Arial"/>
                <a:ea typeface="Arial"/>
                <a:cs typeface="Arial"/>
                <a:sym typeface="Arial"/>
              </a:defRPr>
            </a:lvl1pPr>
            <a:lvl2pPr indent="0" lvl="1" marL="0" algn="r">
              <a:spcBef>
                <a:spcPts val="0"/>
              </a:spcBef>
              <a:buNone/>
              <a:defRPr b="0" i="0" sz="900" u="none" cap="none" strike="noStrike">
                <a:solidFill>
                  <a:srgbClr val="888888"/>
                </a:solidFill>
                <a:latin typeface="Arial"/>
                <a:ea typeface="Arial"/>
                <a:cs typeface="Arial"/>
                <a:sym typeface="Arial"/>
              </a:defRPr>
            </a:lvl2pPr>
            <a:lvl3pPr indent="0" lvl="2" marL="0" algn="r">
              <a:spcBef>
                <a:spcPts val="0"/>
              </a:spcBef>
              <a:buNone/>
              <a:defRPr b="0" i="0" sz="900" u="none" cap="none" strike="noStrike">
                <a:solidFill>
                  <a:srgbClr val="888888"/>
                </a:solidFill>
                <a:latin typeface="Arial"/>
                <a:ea typeface="Arial"/>
                <a:cs typeface="Arial"/>
                <a:sym typeface="Arial"/>
              </a:defRPr>
            </a:lvl3pPr>
            <a:lvl4pPr indent="0" lvl="3" marL="0" algn="r">
              <a:spcBef>
                <a:spcPts val="0"/>
              </a:spcBef>
              <a:buNone/>
              <a:defRPr b="0" i="0" sz="900" u="none" cap="none" strike="noStrike">
                <a:solidFill>
                  <a:srgbClr val="888888"/>
                </a:solidFill>
                <a:latin typeface="Arial"/>
                <a:ea typeface="Arial"/>
                <a:cs typeface="Arial"/>
                <a:sym typeface="Arial"/>
              </a:defRPr>
            </a:lvl4pPr>
            <a:lvl5pPr indent="0" lvl="4" marL="0" algn="r">
              <a:spcBef>
                <a:spcPts val="0"/>
              </a:spcBef>
              <a:buNone/>
              <a:defRPr b="0" i="0" sz="900" u="none" cap="none" strike="noStrike">
                <a:solidFill>
                  <a:srgbClr val="888888"/>
                </a:solidFill>
                <a:latin typeface="Arial"/>
                <a:ea typeface="Arial"/>
                <a:cs typeface="Arial"/>
                <a:sym typeface="Arial"/>
              </a:defRPr>
            </a:lvl5pPr>
            <a:lvl6pPr indent="0" lvl="5" marL="0" algn="r">
              <a:spcBef>
                <a:spcPts val="0"/>
              </a:spcBef>
              <a:buNone/>
              <a:defRPr b="0" i="0" sz="900" u="none" cap="none" strike="noStrike">
                <a:solidFill>
                  <a:srgbClr val="888888"/>
                </a:solidFill>
                <a:latin typeface="Arial"/>
                <a:ea typeface="Arial"/>
                <a:cs typeface="Arial"/>
                <a:sym typeface="Arial"/>
              </a:defRPr>
            </a:lvl6pPr>
            <a:lvl7pPr indent="0" lvl="6" marL="0" algn="r">
              <a:spcBef>
                <a:spcPts val="0"/>
              </a:spcBef>
              <a:buNone/>
              <a:defRPr b="0" i="0" sz="900" u="none" cap="none" strike="noStrike">
                <a:solidFill>
                  <a:srgbClr val="888888"/>
                </a:solidFill>
                <a:latin typeface="Arial"/>
                <a:ea typeface="Arial"/>
                <a:cs typeface="Arial"/>
                <a:sym typeface="Arial"/>
              </a:defRPr>
            </a:lvl7pPr>
            <a:lvl8pPr indent="0" lvl="7" marL="0" algn="r">
              <a:spcBef>
                <a:spcPts val="0"/>
              </a:spcBef>
              <a:buNone/>
              <a:defRPr b="0" i="0" sz="900" u="none" cap="none" strike="noStrike">
                <a:solidFill>
                  <a:srgbClr val="888888"/>
                </a:solidFill>
                <a:latin typeface="Arial"/>
                <a:ea typeface="Arial"/>
                <a:cs typeface="Arial"/>
                <a:sym typeface="Arial"/>
              </a:defRPr>
            </a:lvl8pPr>
            <a:lvl9pPr indent="0" lvl="8" mar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h"/>
              <a:t>‹#›</a:t>
            </a:fld>
            <a:endParaRPr/>
          </a:p>
        </p:txBody>
      </p:sp>
      <p:pic>
        <p:nvPicPr>
          <p:cNvPr id="155" name="Google Shape;155;p21"/>
          <p:cNvPicPr preferRelativeResize="0"/>
          <p:nvPr/>
        </p:nvPicPr>
        <p:blipFill rotWithShape="1">
          <a:blip r:embed="rId3">
            <a:alphaModFix/>
          </a:blip>
          <a:srcRect b="0" l="0" r="0" t="0"/>
          <a:stretch/>
        </p:blipFill>
        <p:spPr>
          <a:xfrm>
            <a:off x="0" y="0"/>
            <a:ext cx="9144000" cy="709613"/>
          </a:xfrm>
          <a:prstGeom prst="rect">
            <a:avLst/>
          </a:prstGeom>
          <a:noFill/>
          <a:ln>
            <a:noFill/>
          </a:ln>
        </p:spPr>
      </p:pic>
      <p:sp>
        <p:nvSpPr>
          <p:cNvPr id="156" name="Google Shape;156;p21"/>
          <p:cNvSpPr txBox="1"/>
          <p:nvPr/>
        </p:nvSpPr>
        <p:spPr>
          <a:xfrm>
            <a:off x="628650" y="211499"/>
            <a:ext cx="6859039" cy="364331"/>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chemeClr val="lt1"/>
              </a:buClr>
              <a:buSzPts val="2400"/>
              <a:buFont typeface="Arial"/>
              <a:buNone/>
            </a:pPr>
            <a:r>
              <a:rPr b="0" i="0" lang="th" sz="2400" u="none" cap="none" strike="noStrike">
                <a:solidFill>
                  <a:schemeClr val="lt1"/>
                </a:solidFill>
                <a:latin typeface="Arial"/>
                <a:ea typeface="Arial"/>
                <a:cs typeface="Arial"/>
                <a:sym typeface="Arial"/>
              </a:rPr>
              <a:t>Click to edit Master title style</a:t>
            </a:r>
            <a:endParaRPr b="0" i="0" sz="24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bg>
      <p:bgPr>
        <a:blipFill>
          <a:blip r:embed="rId2">
            <a:alphaModFix/>
          </a:blip>
          <a:stretch>
            <a:fillRect/>
          </a:stretch>
        </a:blipFill>
      </p:bgPr>
    </p:bg>
    <p:spTree>
      <p:nvGrpSpPr>
        <p:cNvPr id="157" name="Shape 157"/>
        <p:cNvGrpSpPr/>
        <p:nvPr/>
      </p:nvGrpSpPr>
      <p:grpSpPr>
        <a:xfrm>
          <a:off x="0" y="0"/>
          <a:ext cx="0" cy="0"/>
          <a:chOff x="0" y="0"/>
          <a:chExt cx="0" cy="0"/>
        </a:xfrm>
      </p:grpSpPr>
      <p:sp>
        <p:nvSpPr>
          <p:cNvPr id="158" name="Google Shape;158;p22"/>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59" name="Google Shape;159;p22"/>
          <p:cNvSpPr/>
          <p:nvPr>
            <p:ph idx="2" type="pic"/>
          </p:nvPr>
        </p:nvSpPr>
        <p:spPr>
          <a:xfrm>
            <a:off x="3887391" y="740569"/>
            <a:ext cx="4629150" cy="3655219"/>
          </a:xfrm>
          <a:prstGeom prst="rect">
            <a:avLst/>
          </a:prstGeom>
          <a:noFill/>
          <a:ln>
            <a:noFill/>
          </a:ln>
        </p:spPr>
      </p:sp>
      <p:sp>
        <p:nvSpPr>
          <p:cNvPr id="160" name="Google Shape;160;p22"/>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atin typeface="Arial"/>
                <a:ea typeface="Arial"/>
                <a:cs typeface="Arial"/>
                <a:sym typeface="Arial"/>
              </a:defRPr>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61" name="Google Shape;161;p2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2" name="Google Shape;162;p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3" name="Google Shape;163;p2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b="0" i="0" sz="900" u="none" cap="none" strike="noStrike">
                <a:solidFill>
                  <a:srgbClr val="888888"/>
                </a:solidFill>
                <a:latin typeface="Arial"/>
                <a:ea typeface="Arial"/>
                <a:cs typeface="Arial"/>
                <a:sym typeface="Arial"/>
              </a:defRPr>
            </a:lvl1pPr>
            <a:lvl2pPr indent="0" lvl="1" marL="0" algn="r">
              <a:spcBef>
                <a:spcPts val="0"/>
              </a:spcBef>
              <a:buNone/>
              <a:defRPr b="0" i="0" sz="900" u="none" cap="none" strike="noStrike">
                <a:solidFill>
                  <a:srgbClr val="888888"/>
                </a:solidFill>
                <a:latin typeface="Arial"/>
                <a:ea typeface="Arial"/>
                <a:cs typeface="Arial"/>
                <a:sym typeface="Arial"/>
              </a:defRPr>
            </a:lvl2pPr>
            <a:lvl3pPr indent="0" lvl="2" marL="0" algn="r">
              <a:spcBef>
                <a:spcPts val="0"/>
              </a:spcBef>
              <a:buNone/>
              <a:defRPr b="0" i="0" sz="900" u="none" cap="none" strike="noStrike">
                <a:solidFill>
                  <a:srgbClr val="888888"/>
                </a:solidFill>
                <a:latin typeface="Arial"/>
                <a:ea typeface="Arial"/>
                <a:cs typeface="Arial"/>
                <a:sym typeface="Arial"/>
              </a:defRPr>
            </a:lvl3pPr>
            <a:lvl4pPr indent="0" lvl="3" marL="0" algn="r">
              <a:spcBef>
                <a:spcPts val="0"/>
              </a:spcBef>
              <a:buNone/>
              <a:defRPr b="0" i="0" sz="900" u="none" cap="none" strike="noStrike">
                <a:solidFill>
                  <a:srgbClr val="888888"/>
                </a:solidFill>
                <a:latin typeface="Arial"/>
                <a:ea typeface="Arial"/>
                <a:cs typeface="Arial"/>
                <a:sym typeface="Arial"/>
              </a:defRPr>
            </a:lvl4pPr>
            <a:lvl5pPr indent="0" lvl="4" marL="0" algn="r">
              <a:spcBef>
                <a:spcPts val="0"/>
              </a:spcBef>
              <a:buNone/>
              <a:defRPr b="0" i="0" sz="900" u="none" cap="none" strike="noStrike">
                <a:solidFill>
                  <a:srgbClr val="888888"/>
                </a:solidFill>
                <a:latin typeface="Arial"/>
                <a:ea typeface="Arial"/>
                <a:cs typeface="Arial"/>
                <a:sym typeface="Arial"/>
              </a:defRPr>
            </a:lvl5pPr>
            <a:lvl6pPr indent="0" lvl="5" marL="0" algn="r">
              <a:spcBef>
                <a:spcPts val="0"/>
              </a:spcBef>
              <a:buNone/>
              <a:defRPr b="0" i="0" sz="900" u="none" cap="none" strike="noStrike">
                <a:solidFill>
                  <a:srgbClr val="888888"/>
                </a:solidFill>
                <a:latin typeface="Arial"/>
                <a:ea typeface="Arial"/>
                <a:cs typeface="Arial"/>
                <a:sym typeface="Arial"/>
              </a:defRPr>
            </a:lvl6pPr>
            <a:lvl7pPr indent="0" lvl="6" marL="0" algn="r">
              <a:spcBef>
                <a:spcPts val="0"/>
              </a:spcBef>
              <a:buNone/>
              <a:defRPr b="0" i="0" sz="900" u="none" cap="none" strike="noStrike">
                <a:solidFill>
                  <a:srgbClr val="888888"/>
                </a:solidFill>
                <a:latin typeface="Arial"/>
                <a:ea typeface="Arial"/>
                <a:cs typeface="Arial"/>
                <a:sym typeface="Arial"/>
              </a:defRPr>
            </a:lvl7pPr>
            <a:lvl8pPr indent="0" lvl="7" marL="0" algn="r">
              <a:spcBef>
                <a:spcPts val="0"/>
              </a:spcBef>
              <a:buNone/>
              <a:defRPr b="0" i="0" sz="900" u="none" cap="none" strike="noStrike">
                <a:solidFill>
                  <a:srgbClr val="888888"/>
                </a:solidFill>
                <a:latin typeface="Arial"/>
                <a:ea typeface="Arial"/>
                <a:cs typeface="Arial"/>
                <a:sym typeface="Arial"/>
              </a:defRPr>
            </a:lvl8pPr>
            <a:lvl9pPr indent="0" lvl="8" mar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h"/>
              <a:t>‹#›</a:t>
            </a:fld>
            <a:endParaRPr/>
          </a:p>
        </p:txBody>
      </p:sp>
      <p:pic>
        <p:nvPicPr>
          <p:cNvPr id="164" name="Google Shape;164;p22"/>
          <p:cNvPicPr preferRelativeResize="0"/>
          <p:nvPr/>
        </p:nvPicPr>
        <p:blipFill rotWithShape="1">
          <a:blip r:embed="rId3">
            <a:alphaModFix/>
          </a:blip>
          <a:srcRect b="0" l="0" r="0" t="0"/>
          <a:stretch/>
        </p:blipFill>
        <p:spPr>
          <a:xfrm>
            <a:off x="0" y="0"/>
            <a:ext cx="9144000" cy="709613"/>
          </a:xfrm>
          <a:prstGeom prst="rect">
            <a:avLst/>
          </a:prstGeom>
          <a:noFill/>
          <a:ln>
            <a:noFill/>
          </a:ln>
        </p:spPr>
      </p:pic>
      <p:sp>
        <p:nvSpPr>
          <p:cNvPr id="165" name="Google Shape;165;p22"/>
          <p:cNvSpPr txBox="1"/>
          <p:nvPr/>
        </p:nvSpPr>
        <p:spPr>
          <a:xfrm>
            <a:off x="628650" y="211499"/>
            <a:ext cx="6859039" cy="364331"/>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chemeClr val="lt1"/>
              </a:buClr>
              <a:buSzPts val="2400"/>
              <a:buFont typeface="Arial"/>
              <a:buNone/>
            </a:pPr>
            <a:r>
              <a:rPr b="0" i="0" lang="th" sz="2400" u="none" cap="none" strike="noStrike">
                <a:solidFill>
                  <a:schemeClr val="lt1"/>
                </a:solidFill>
                <a:latin typeface="Arial"/>
                <a:ea typeface="Arial"/>
                <a:cs typeface="Arial"/>
                <a:sym typeface="Arial"/>
              </a:rPr>
              <a:t>Click to edit Master title style</a:t>
            </a:r>
            <a:endParaRPr b="0" i="0" sz="24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p:cSld name="Title and Vertical Text">
    <p:bg>
      <p:bgPr>
        <a:blipFill>
          <a:blip r:embed="rId2">
            <a:alphaModFix/>
          </a:blip>
          <a:stretch>
            <a:fillRect/>
          </a:stretch>
        </a:blipFill>
      </p:bgPr>
    </p:bg>
    <p:spTree>
      <p:nvGrpSpPr>
        <p:cNvPr id="166" name="Shape 166"/>
        <p:cNvGrpSpPr/>
        <p:nvPr/>
      </p:nvGrpSpPr>
      <p:grpSpPr>
        <a:xfrm>
          <a:off x="0" y="0"/>
          <a:ext cx="0" cy="0"/>
          <a:chOff x="0" y="0"/>
          <a:chExt cx="0" cy="0"/>
        </a:xfrm>
      </p:grpSpPr>
      <p:sp>
        <p:nvSpPr>
          <p:cNvPr id="167" name="Google Shape;167;p23"/>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61950" lvl="0" marL="457200" algn="l">
              <a:lnSpc>
                <a:spcPct val="90000"/>
              </a:lnSpc>
              <a:spcBef>
                <a:spcPts val="800"/>
              </a:spcBef>
              <a:spcAft>
                <a:spcPts val="0"/>
              </a:spcAft>
              <a:buClr>
                <a:schemeClr val="dk1"/>
              </a:buClr>
              <a:buSzPts val="2100"/>
              <a:buChar char="•"/>
              <a:defRPr>
                <a:latin typeface="Arial"/>
                <a:ea typeface="Arial"/>
                <a:cs typeface="Arial"/>
                <a:sym typeface="Arial"/>
              </a:defRPr>
            </a:lvl1pPr>
            <a:lvl2pPr indent="-342900" lvl="1" marL="914400" algn="l">
              <a:lnSpc>
                <a:spcPct val="90000"/>
              </a:lnSpc>
              <a:spcBef>
                <a:spcPts val="400"/>
              </a:spcBef>
              <a:spcAft>
                <a:spcPts val="0"/>
              </a:spcAft>
              <a:buClr>
                <a:schemeClr val="dk1"/>
              </a:buClr>
              <a:buSzPts val="1800"/>
              <a:buChar char="•"/>
              <a:defRPr>
                <a:latin typeface="Arial"/>
                <a:ea typeface="Arial"/>
                <a:cs typeface="Arial"/>
                <a:sym typeface="Arial"/>
              </a:defRPr>
            </a:lvl2pPr>
            <a:lvl3pPr indent="-323850" lvl="2" marL="1371600" algn="l">
              <a:lnSpc>
                <a:spcPct val="90000"/>
              </a:lnSpc>
              <a:spcBef>
                <a:spcPts val="400"/>
              </a:spcBef>
              <a:spcAft>
                <a:spcPts val="0"/>
              </a:spcAft>
              <a:buClr>
                <a:schemeClr val="dk1"/>
              </a:buClr>
              <a:buSzPts val="1500"/>
              <a:buChar char="•"/>
              <a:defRPr>
                <a:latin typeface="Arial"/>
                <a:ea typeface="Arial"/>
                <a:cs typeface="Arial"/>
                <a:sym typeface="Arial"/>
              </a:defRPr>
            </a:lvl3pPr>
            <a:lvl4pPr indent="-317500" lvl="3" marL="1828800" algn="l">
              <a:lnSpc>
                <a:spcPct val="90000"/>
              </a:lnSpc>
              <a:spcBef>
                <a:spcPts val="400"/>
              </a:spcBef>
              <a:spcAft>
                <a:spcPts val="0"/>
              </a:spcAft>
              <a:buClr>
                <a:schemeClr val="dk1"/>
              </a:buClr>
              <a:buSzPts val="1400"/>
              <a:buChar char="•"/>
              <a:defRPr>
                <a:latin typeface="Arial"/>
                <a:ea typeface="Arial"/>
                <a:cs typeface="Arial"/>
                <a:sym typeface="Arial"/>
              </a:defRPr>
            </a:lvl4pPr>
            <a:lvl5pPr indent="-317500" lvl="4" marL="2286000" algn="l">
              <a:lnSpc>
                <a:spcPct val="90000"/>
              </a:lnSpc>
              <a:spcBef>
                <a:spcPts val="400"/>
              </a:spcBef>
              <a:spcAft>
                <a:spcPts val="0"/>
              </a:spcAft>
              <a:buClr>
                <a:schemeClr val="dk1"/>
              </a:buClr>
              <a:buSzPts val="1400"/>
              <a:buChar char="•"/>
              <a:defRPr>
                <a:latin typeface="Arial"/>
                <a:ea typeface="Arial"/>
                <a:cs typeface="Arial"/>
                <a:sym typeface="Aria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8" name="Google Shape;168;p2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9" name="Google Shape;169;p2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0" name="Google Shape;170;p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b="0" i="0" sz="900" u="none" cap="none" strike="noStrike">
                <a:solidFill>
                  <a:srgbClr val="888888"/>
                </a:solidFill>
                <a:latin typeface="Arial"/>
                <a:ea typeface="Arial"/>
                <a:cs typeface="Arial"/>
                <a:sym typeface="Arial"/>
              </a:defRPr>
            </a:lvl1pPr>
            <a:lvl2pPr indent="0" lvl="1" marL="0" algn="r">
              <a:spcBef>
                <a:spcPts val="0"/>
              </a:spcBef>
              <a:buNone/>
              <a:defRPr b="0" i="0" sz="900" u="none" cap="none" strike="noStrike">
                <a:solidFill>
                  <a:srgbClr val="888888"/>
                </a:solidFill>
                <a:latin typeface="Arial"/>
                <a:ea typeface="Arial"/>
                <a:cs typeface="Arial"/>
                <a:sym typeface="Arial"/>
              </a:defRPr>
            </a:lvl2pPr>
            <a:lvl3pPr indent="0" lvl="2" marL="0" algn="r">
              <a:spcBef>
                <a:spcPts val="0"/>
              </a:spcBef>
              <a:buNone/>
              <a:defRPr b="0" i="0" sz="900" u="none" cap="none" strike="noStrike">
                <a:solidFill>
                  <a:srgbClr val="888888"/>
                </a:solidFill>
                <a:latin typeface="Arial"/>
                <a:ea typeface="Arial"/>
                <a:cs typeface="Arial"/>
                <a:sym typeface="Arial"/>
              </a:defRPr>
            </a:lvl3pPr>
            <a:lvl4pPr indent="0" lvl="3" marL="0" algn="r">
              <a:spcBef>
                <a:spcPts val="0"/>
              </a:spcBef>
              <a:buNone/>
              <a:defRPr b="0" i="0" sz="900" u="none" cap="none" strike="noStrike">
                <a:solidFill>
                  <a:srgbClr val="888888"/>
                </a:solidFill>
                <a:latin typeface="Arial"/>
                <a:ea typeface="Arial"/>
                <a:cs typeface="Arial"/>
                <a:sym typeface="Arial"/>
              </a:defRPr>
            </a:lvl4pPr>
            <a:lvl5pPr indent="0" lvl="4" marL="0" algn="r">
              <a:spcBef>
                <a:spcPts val="0"/>
              </a:spcBef>
              <a:buNone/>
              <a:defRPr b="0" i="0" sz="900" u="none" cap="none" strike="noStrike">
                <a:solidFill>
                  <a:srgbClr val="888888"/>
                </a:solidFill>
                <a:latin typeface="Arial"/>
                <a:ea typeface="Arial"/>
                <a:cs typeface="Arial"/>
                <a:sym typeface="Arial"/>
              </a:defRPr>
            </a:lvl5pPr>
            <a:lvl6pPr indent="0" lvl="5" marL="0" algn="r">
              <a:spcBef>
                <a:spcPts val="0"/>
              </a:spcBef>
              <a:buNone/>
              <a:defRPr b="0" i="0" sz="900" u="none" cap="none" strike="noStrike">
                <a:solidFill>
                  <a:srgbClr val="888888"/>
                </a:solidFill>
                <a:latin typeface="Arial"/>
                <a:ea typeface="Arial"/>
                <a:cs typeface="Arial"/>
                <a:sym typeface="Arial"/>
              </a:defRPr>
            </a:lvl6pPr>
            <a:lvl7pPr indent="0" lvl="6" marL="0" algn="r">
              <a:spcBef>
                <a:spcPts val="0"/>
              </a:spcBef>
              <a:buNone/>
              <a:defRPr b="0" i="0" sz="900" u="none" cap="none" strike="noStrike">
                <a:solidFill>
                  <a:srgbClr val="888888"/>
                </a:solidFill>
                <a:latin typeface="Arial"/>
                <a:ea typeface="Arial"/>
                <a:cs typeface="Arial"/>
                <a:sym typeface="Arial"/>
              </a:defRPr>
            </a:lvl7pPr>
            <a:lvl8pPr indent="0" lvl="7" marL="0" algn="r">
              <a:spcBef>
                <a:spcPts val="0"/>
              </a:spcBef>
              <a:buNone/>
              <a:defRPr b="0" i="0" sz="900" u="none" cap="none" strike="noStrike">
                <a:solidFill>
                  <a:srgbClr val="888888"/>
                </a:solidFill>
                <a:latin typeface="Arial"/>
                <a:ea typeface="Arial"/>
                <a:cs typeface="Arial"/>
                <a:sym typeface="Arial"/>
              </a:defRPr>
            </a:lvl8pPr>
            <a:lvl9pPr indent="0" lvl="8" mar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h"/>
              <a:t>‹#›</a:t>
            </a:fld>
            <a:endParaRPr/>
          </a:p>
        </p:txBody>
      </p:sp>
      <p:pic>
        <p:nvPicPr>
          <p:cNvPr id="171" name="Google Shape;171;p23"/>
          <p:cNvPicPr preferRelativeResize="0"/>
          <p:nvPr/>
        </p:nvPicPr>
        <p:blipFill rotWithShape="1">
          <a:blip r:embed="rId3">
            <a:alphaModFix/>
          </a:blip>
          <a:srcRect b="0" l="0" r="0" t="0"/>
          <a:stretch/>
        </p:blipFill>
        <p:spPr>
          <a:xfrm>
            <a:off x="0" y="0"/>
            <a:ext cx="9144000" cy="709613"/>
          </a:xfrm>
          <a:prstGeom prst="rect">
            <a:avLst/>
          </a:prstGeom>
          <a:noFill/>
          <a:ln>
            <a:noFill/>
          </a:ln>
        </p:spPr>
      </p:pic>
      <p:sp>
        <p:nvSpPr>
          <p:cNvPr id="172" name="Google Shape;172;p23"/>
          <p:cNvSpPr txBox="1"/>
          <p:nvPr/>
        </p:nvSpPr>
        <p:spPr>
          <a:xfrm>
            <a:off x="628650" y="211499"/>
            <a:ext cx="6859039" cy="364331"/>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chemeClr val="lt1"/>
              </a:buClr>
              <a:buSzPts val="2400"/>
              <a:buFont typeface="Arial"/>
              <a:buNone/>
            </a:pPr>
            <a:r>
              <a:rPr b="0" i="0" lang="th" sz="2400" u="none" cap="none" strike="noStrike">
                <a:solidFill>
                  <a:schemeClr val="lt1"/>
                </a:solidFill>
                <a:latin typeface="Arial"/>
                <a:ea typeface="Arial"/>
                <a:cs typeface="Arial"/>
                <a:sym typeface="Arial"/>
              </a:rPr>
              <a:t>Click to edit Master title style</a:t>
            </a:r>
            <a:endParaRPr b="0" i="0" sz="24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bg>
      <p:bgPr>
        <a:blipFill>
          <a:blip r:embed="rId2">
            <a:alphaModFix/>
          </a:blip>
          <a:stretch>
            <a:fillRect/>
          </a:stretch>
        </a:blipFill>
      </p:bgPr>
    </p:bg>
    <p:spTree>
      <p:nvGrpSpPr>
        <p:cNvPr id="173" name="Shape 173"/>
        <p:cNvGrpSpPr/>
        <p:nvPr/>
      </p:nvGrpSpPr>
      <p:grpSpPr>
        <a:xfrm>
          <a:off x="0" y="0"/>
          <a:ext cx="0" cy="0"/>
          <a:chOff x="0" y="0"/>
          <a:chExt cx="0" cy="0"/>
        </a:xfrm>
      </p:grpSpPr>
      <p:sp>
        <p:nvSpPr>
          <p:cNvPr id="174" name="Google Shape;174;p24"/>
          <p:cNvSpPr txBox="1"/>
          <p:nvPr>
            <p:ph type="title"/>
          </p:nvPr>
        </p:nvSpPr>
        <p:spPr>
          <a:xfrm rot="5400000">
            <a:off x="5643867" y="1761239"/>
            <a:ext cx="3771291"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3300"/>
              <a:buFont typeface="Arial"/>
              <a:buNone/>
              <a:defRPr>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75" name="Google Shape;175;p24"/>
          <p:cNvSpPr txBox="1"/>
          <p:nvPr>
            <p:ph idx="1" type="body"/>
          </p:nvPr>
        </p:nvSpPr>
        <p:spPr>
          <a:xfrm rot="5400000">
            <a:off x="1643367" y="-153286"/>
            <a:ext cx="3771290" cy="5800725"/>
          </a:xfrm>
          <a:prstGeom prst="rect">
            <a:avLst/>
          </a:prstGeom>
          <a:noFill/>
          <a:ln>
            <a:noFill/>
          </a:ln>
        </p:spPr>
        <p:txBody>
          <a:bodyPr anchorCtr="0" anchor="t" bIns="34275" lIns="68575" spcFirstLastPara="1" rIns="68575" wrap="square" tIns="34275">
            <a:normAutofit/>
          </a:bodyPr>
          <a:lstStyle>
            <a:lvl1pPr indent="-361950" lvl="0" marL="457200" algn="l">
              <a:lnSpc>
                <a:spcPct val="90000"/>
              </a:lnSpc>
              <a:spcBef>
                <a:spcPts val="800"/>
              </a:spcBef>
              <a:spcAft>
                <a:spcPts val="0"/>
              </a:spcAft>
              <a:buClr>
                <a:schemeClr val="dk1"/>
              </a:buClr>
              <a:buSzPts val="2100"/>
              <a:buChar char="•"/>
              <a:defRPr>
                <a:latin typeface="Arial"/>
                <a:ea typeface="Arial"/>
                <a:cs typeface="Arial"/>
                <a:sym typeface="Arial"/>
              </a:defRPr>
            </a:lvl1pPr>
            <a:lvl2pPr indent="-342900" lvl="1" marL="914400" algn="l">
              <a:lnSpc>
                <a:spcPct val="90000"/>
              </a:lnSpc>
              <a:spcBef>
                <a:spcPts val="400"/>
              </a:spcBef>
              <a:spcAft>
                <a:spcPts val="0"/>
              </a:spcAft>
              <a:buClr>
                <a:schemeClr val="dk1"/>
              </a:buClr>
              <a:buSzPts val="1800"/>
              <a:buChar char="•"/>
              <a:defRPr>
                <a:latin typeface="Arial"/>
                <a:ea typeface="Arial"/>
                <a:cs typeface="Arial"/>
                <a:sym typeface="Arial"/>
              </a:defRPr>
            </a:lvl2pPr>
            <a:lvl3pPr indent="-323850" lvl="2" marL="1371600" algn="l">
              <a:lnSpc>
                <a:spcPct val="90000"/>
              </a:lnSpc>
              <a:spcBef>
                <a:spcPts val="400"/>
              </a:spcBef>
              <a:spcAft>
                <a:spcPts val="0"/>
              </a:spcAft>
              <a:buClr>
                <a:schemeClr val="dk1"/>
              </a:buClr>
              <a:buSzPts val="1500"/>
              <a:buChar char="•"/>
              <a:defRPr>
                <a:latin typeface="Arial"/>
                <a:ea typeface="Arial"/>
                <a:cs typeface="Arial"/>
                <a:sym typeface="Arial"/>
              </a:defRPr>
            </a:lvl3pPr>
            <a:lvl4pPr indent="-317500" lvl="3" marL="1828800" algn="l">
              <a:lnSpc>
                <a:spcPct val="90000"/>
              </a:lnSpc>
              <a:spcBef>
                <a:spcPts val="400"/>
              </a:spcBef>
              <a:spcAft>
                <a:spcPts val="0"/>
              </a:spcAft>
              <a:buClr>
                <a:schemeClr val="dk1"/>
              </a:buClr>
              <a:buSzPts val="1400"/>
              <a:buChar char="•"/>
              <a:defRPr>
                <a:latin typeface="Arial"/>
                <a:ea typeface="Arial"/>
                <a:cs typeface="Arial"/>
                <a:sym typeface="Arial"/>
              </a:defRPr>
            </a:lvl4pPr>
            <a:lvl5pPr indent="-317500" lvl="4" marL="2286000" algn="l">
              <a:lnSpc>
                <a:spcPct val="90000"/>
              </a:lnSpc>
              <a:spcBef>
                <a:spcPts val="400"/>
              </a:spcBef>
              <a:spcAft>
                <a:spcPts val="0"/>
              </a:spcAft>
              <a:buClr>
                <a:schemeClr val="dk1"/>
              </a:buClr>
              <a:buSzPts val="1400"/>
              <a:buChar char="•"/>
              <a:defRPr>
                <a:latin typeface="Arial"/>
                <a:ea typeface="Arial"/>
                <a:cs typeface="Arial"/>
                <a:sym typeface="Aria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6" name="Google Shape;176;p2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7" name="Google Shape;177;p2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8" name="Google Shape;178;p2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b="0" i="0" sz="900" u="none" cap="none" strike="noStrike">
                <a:solidFill>
                  <a:srgbClr val="888888"/>
                </a:solidFill>
                <a:latin typeface="Arial"/>
                <a:ea typeface="Arial"/>
                <a:cs typeface="Arial"/>
                <a:sym typeface="Arial"/>
              </a:defRPr>
            </a:lvl1pPr>
            <a:lvl2pPr indent="0" lvl="1" marL="0" algn="r">
              <a:spcBef>
                <a:spcPts val="0"/>
              </a:spcBef>
              <a:buNone/>
              <a:defRPr b="0" i="0" sz="900" u="none" cap="none" strike="noStrike">
                <a:solidFill>
                  <a:srgbClr val="888888"/>
                </a:solidFill>
                <a:latin typeface="Arial"/>
                <a:ea typeface="Arial"/>
                <a:cs typeface="Arial"/>
                <a:sym typeface="Arial"/>
              </a:defRPr>
            </a:lvl2pPr>
            <a:lvl3pPr indent="0" lvl="2" marL="0" algn="r">
              <a:spcBef>
                <a:spcPts val="0"/>
              </a:spcBef>
              <a:buNone/>
              <a:defRPr b="0" i="0" sz="900" u="none" cap="none" strike="noStrike">
                <a:solidFill>
                  <a:srgbClr val="888888"/>
                </a:solidFill>
                <a:latin typeface="Arial"/>
                <a:ea typeface="Arial"/>
                <a:cs typeface="Arial"/>
                <a:sym typeface="Arial"/>
              </a:defRPr>
            </a:lvl3pPr>
            <a:lvl4pPr indent="0" lvl="3" marL="0" algn="r">
              <a:spcBef>
                <a:spcPts val="0"/>
              </a:spcBef>
              <a:buNone/>
              <a:defRPr b="0" i="0" sz="900" u="none" cap="none" strike="noStrike">
                <a:solidFill>
                  <a:srgbClr val="888888"/>
                </a:solidFill>
                <a:latin typeface="Arial"/>
                <a:ea typeface="Arial"/>
                <a:cs typeface="Arial"/>
                <a:sym typeface="Arial"/>
              </a:defRPr>
            </a:lvl4pPr>
            <a:lvl5pPr indent="0" lvl="4" marL="0" algn="r">
              <a:spcBef>
                <a:spcPts val="0"/>
              </a:spcBef>
              <a:buNone/>
              <a:defRPr b="0" i="0" sz="900" u="none" cap="none" strike="noStrike">
                <a:solidFill>
                  <a:srgbClr val="888888"/>
                </a:solidFill>
                <a:latin typeface="Arial"/>
                <a:ea typeface="Arial"/>
                <a:cs typeface="Arial"/>
                <a:sym typeface="Arial"/>
              </a:defRPr>
            </a:lvl5pPr>
            <a:lvl6pPr indent="0" lvl="5" marL="0" algn="r">
              <a:spcBef>
                <a:spcPts val="0"/>
              </a:spcBef>
              <a:buNone/>
              <a:defRPr b="0" i="0" sz="900" u="none" cap="none" strike="noStrike">
                <a:solidFill>
                  <a:srgbClr val="888888"/>
                </a:solidFill>
                <a:latin typeface="Arial"/>
                <a:ea typeface="Arial"/>
                <a:cs typeface="Arial"/>
                <a:sym typeface="Arial"/>
              </a:defRPr>
            </a:lvl6pPr>
            <a:lvl7pPr indent="0" lvl="6" marL="0" algn="r">
              <a:spcBef>
                <a:spcPts val="0"/>
              </a:spcBef>
              <a:buNone/>
              <a:defRPr b="0" i="0" sz="900" u="none" cap="none" strike="noStrike">
                <a:solidFill>
                  <a:srgbClr val="888888"/>
                </a:solidFill>
                <a:latin typeface="Arial"/>
                <a:ea typeface="Arial"/>
                <a:cs typeface="Arial"/>
                <a:sym typeface="Arial"/>
              </a:defRPr>
            </a:lvl7pPr>
            <a:lvl8pPr indent="0" lvl="7" marL="0" algn="r">
              <a:spcBef>
                <a:spcPts val="0"/>
              </a:spcBef>
              <a:buNone/>
              <a:defRPr b="0" i="0" sz="900" u="none" cap="none" strike="noStrike">
                <a:solidFill>
                  <a:srgbClr val="888888"/>
                </a:solidFill>
                <a:latin typeface="Arial"/>
                <a:ea typeface="Arial"/>
                <a:cs typeface="Arial"/>
                <a:sym typeface="Arial"/>
              </a:defRPr>
            </a:lvl8pPr>
            <a:lvl9pPr indent="0" lvl="8" mar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h"/>
              <a:t>‹#›</a:t>
            </a:fld>
            <a:endParaRPr/>
          </a:p>
        </p:txBody>
      </p:sp>
      <p:pic>
        <p:nvPicPr>
          <p:cNvPr id="179" name="Google Shape;179;p24"/>
          <p:cNvPicPr preferRelativeResize="0"/>
          <p:nvPr/>
        </p:nvPicPr>
        <p:blipFill rotWithShape="1">
          <a:blip r:embed="rId3">
            <a:alphaModFix/>
          </a:blip>
          <a:srcRect b="0" l="0" r="0" t="0"/>
          <a:stretch/>
        </p:blipFill>
        <p:spPr>
          <a:xfrm>
            <a:off x="0" y="0"/>
            <a:ext cx="9144000" cy="709613"/>
          </a:xfrm>
          <a:prstGeom prst="rect">
            <a:avLst/>
          </a:prstGeom>
          <a:noFill/>
          <a:ln>
            <a:noFill/>
          </a:ln>
        </p:spPr>
      </p:pic>
      <p:sp>
        <p:nvSpPr>
          <p:cNvPr id="180" name="Google Shape;180;p24"/>
          <p:cNvSpPr txBox="1"/>
          <p:nvPr/>
        </p:nvSpPr>
        <p:spPr>
          <a:xfrm>
            <a:off x="628650" y="211499"/>
            <a:ext cx="6859039" cy="364331"/>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chemeClr val="lt1"/>
              </a:buClr>
              <a:buSzPts val="2400"/>
              <a:buFont typeface="Arial"/>
              <a:buNone/>
            </a:pPr>
            <a:r>
              <a:rPr b="0" i="0" lang="th" sz="2400" u="none" cap="none" strike="noStrike">
                <a:solidFill>
                  <a:schemeClr val="lt1"/>
                </a:solidFill>
                <a:latin typeface="Arial"/>
                <a:ea typeface="Arial"/>
                <a:cs typeface="Arial"/>
                <a:sym typeface="Arial"/>
              </a:rPr>
              <a:t>Click to edit Master title style</a:t>
            </a:r>
            <a:endParaRPr b="0" i="0" sz="2400" u="none" cap="none" strike="noStrike">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Google Shape;7;p1"/>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th"/>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3" name="Shape 93"/>
        <p:cNvGrpSpPr/>
        <p:nvPr/>
      </p:nvGrpSpPr>
      <p:grpSpPr>
        <a:xfrm>
          <a:off x="0" y="0"/>
          <a:ext cx="0" cy="0"/>
          <a:chOff x="0" y="0"/>
          <a:chExt cx="0" cy="0"/>
        </a:xfrm>
      </p:grpSpPr>
      <p:sp>
        <p:nvSpPr>
          <p:cNvPr id="94" name="Google Shape;94;p1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95" name="Google Shape;95;p13"/>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96" name="Google Shape;96;p1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97" name="Google Shape;97;p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98" name="Google Shape;98;p1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th"/>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22.png"/><Relationship Id="rId5"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21.png"/><Relationship Id="rId4" Type="http://schemas.openxmlformats.org/officeDocument/2006/relationships/image" Target="../media/image19.png"/><Relationship Id="rId5"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5"/>
          <p:cNvSpPr txBox="1"/>
          <p:nvPr/>
        </p:nvSpPr>
        <p:spPr>
          <a:xfrm>
            <a:off x="469500" y="1680825"/>
            <a:ext cx="8205000" cy="10125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i="0" lang="th" sz="2300" u="none" cap="none" strike="noStrike">
                <a:solidFill>
                  <a:schemeClr val="lt1"/>
                </a:solidFill>
              </a:rPr>
              <a:t>Individual Tree Segmentation from Handheld LiDAR Point Clouds for DBH Estimation using Multi-channel CNN</a:t>
            </a:r>
            <a:endParaRPr b="1" sz="1100">
              <a:solidFill>
                <a:schemeClr val="lt1"/>
              </a:solidFill>
            </a:endParaRPr>
          </a:p>
        </p:txBody>
      </p:sp>
      <p:sp>
        <p:nvSpPr>
          <p:cNvPr id="186" name="Google Shape;186;p25"/>
          <p:cNvSpPr txBox="1"/>
          <p:nvPr/>
        </p:nvSpPr>
        <p:spPr>
          <a:xfrm>
            <a:off x="469500" y="2627650"/>
            <a:ext cx="6750000" cy="375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th" sz="1800">
                <a:solidFill>
                  <a:schemeClr val="lt1"/>
                </a:solidFill>
              </a:rPr>
              <a:t>interested t</a:t>
            </a:r>
            <a:r>
              <a:rPr b="1" i="0" lang="th" sz="1800" u="none" cap="none" strike="noStrike">
                <a:solidFill>
                  <a:schemeClr val="lt1"/>
                </a:solidFill>
                <a:latin typeface="Arial"/>
                <a:ea typeface="Arial"/>
                <a:cs typeface="Arial"/>
                <a:sym typeface="Arial"/>
              </a:rPr>
              <a:t>hesis </a:t>
            </a:r>
            <a:r>
              <a:rPr b="1" lang="th" sz="1800">
                <a:solidFill>
                  <a:schemeClr val="lt1"/>
                </a:solidFill>
              </a:rPr>
              <a:t>topic</a:t>
            </a:r>
            <a:endParaRPr sz="1800">
              <a:solidFill>
                <a:schemeClr val="lt1"/>
              </a:solidFill>
            </a:endParaRPr>
          </a:p>
        </p:txBody>
      </p:sp>
      <p:cxnSp>
        <p:nvCxnSpPr>
          <p:cNvPr id="187" name="Google Shape;187;p25"/>
          <p:cNvCxnSpPr/>
          <p:nvPr/>
        </p:nvCxnSpPr>
        <p:spPr>
          <a:xfrm>
            <a:off x="469500" y="3137650"/>
            <a:ext cx="3825000" cy="0"/>
          </a:xfrm>
          <a:prstGeom prst="straightConnector1">
            <a:avLst/>
          </a:prstGeom>
          <a:noFill/>
          <a:ln cap="flat" cmpd="sng" w="25400">
            <a:solidFill>
              <a:schemeClr val="lt1"/>
            </a:solidFill>
            <a:prstDash val="solid"/>
            <a:round/>
            <a:headEnd len="sm" w="sm" type="none"/>
            <a:tailEnd len="sm" w="sm" type="none"/>
          </a:ln>
        </p:spPr>
      </p:cxnSp>
      <p:sp>
        <p:nvSpPr>
          <p:cNvPr id="188" name="Google Shape;188;p25"/>
          <p:cNvSpPr txBox="1"/>
          <p:nvPr/>
        </p:nvSpPr>
        <p:spPr>
          <a:xfrm>
            <a:off x="469500" y="3661000"/>
            <a:ext cx="6525000" cy="1137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th" sz="1300">
                <a:solidFill>
                  <a:schemeClr val="lt1"/>
                </a:solidFill>
              </a:rPr>
              <a:t>Author: Nitith Ngonchaiyaphum ID: 6872046721</a:t>
            </a:r>
            <a:endParaRPr sz="1100">
              <a:solidFill>
                <a:schemeClr val="lt1"/>
              </a:solidFill>
            </a:endParaRPr>
          </a:p>
          <a:p>
            <a:pPr indent="0" lvl="0" marL="0" marR="0" rtl="0" algn="l">
              <a:spcBef>
                <a:spcPts val="0"/>
              </a:spcBef>
              <a:spcAft>
                <a:spcPts val="0"/>
              </a:spcAft>
              <a:buNone/>
            </a:pPr>
            <a:r>
              <a:rPr b="0" i="0" lang="th" sz="1300" u="none" cap="none" strike="noStrike">
                <a:solidFill>
                  <a:schemeClr val="lt1"/>
                </a:solidFill>
                <a:latin typeface="Arial"/>
                <a:ea typeface="Arial"/>
                <a:cs typeface="Arial"/>
                <a:sym typeface="Arial"/>
              </a:rPr>
              <a:t>Advisor: </a:t>
            </a:r>
            <a:r>
              <a:rPr lang="th" sz="1300">
                <a:solidFill>
                  <a:schemeClr val="lt1"/>
                </a:solidFill>
              </a:rPr>
              <a:t>Dr.Sukhum Sattaratnamai</a:t>
            </a:r>
            <a:endParaRPr sz="1100">
              <a:solidFill>
                <a:schemeClr val="lt1"/>
              </a:solidFill>
            </a:endParaRPr>
          </a:p>
          <a:p>
            <a:pPr indent="0" lvl="0" marL="0" marR="0" rtl="0" algn="l">
              <a:spcBef>
                <a:spcPts val="0"/>
              </a:spcBef>
              <a:spcAft>
                <a:spcPts val="0"/>
              </a:spcAft>
              <a:buNone/>
            </a:pPr>
            <a:r>
              <a:rPr b="0" i="0" lang="th" sz="1300" u="none" cap="none" strike="noStrike">
                <a:solidFill>
                  <a:schemeClr val="lt1"/>
                </a:solidFill>
                <a:latin typeface="Arial"/>
                <a:ea typeface="Arial"/>
                <a:cs typeface="Arial"/>
                <a:sym typeface="Arial"/>
              </a:rPr>
              <a:t>Department of Computer Engineering</a:t>
            </a:r>
            <a:br>
              <a:rPr lang="th" sz="1300">
                <a:solidFill>
                  <a:schemeClr val="lt1"/>
                </a:solidFill>
              </a:rPr>
            </a:br>
            <a:r>
              <a:rPr lang="th" sz="1300">
                <a:solidFill>
                  <a:schemeClr val="lt1"/>
                </a:solidFill>
              </a:rPr>
              <a:t>Faculty of Engineering</a:t>
            </a:r>
            <a:br>
              <a:rPr lang="th" sz="1300">
                <a:solidFill>
                  <a:schemeClr val="lt1"/>
                </a:solidFill>
              </a:rPr>
            </a:br>
            <a:r>
              <a:rPr b="0" i="0" lang="th" sz="1300" u="none" cap="none" strike="noStrike">
                <a:solidFill>
                  <a:schemeClr val="lt1"/>
                </a:solidFill>
                <a:latin typeface="Arial"/>
                <a:ea typeface="Arial"/>
                <a:cs typeface="Arial"/>
                <a:sym typeface="Arial"/>
              </a:rPr>
              <a:t>Chulalongkorn University</a:t>
            </a:r>
            <a:endParaRPr sz="1100">
              <a:solidFill>
                <a:schemeClr val="lt1"/>
              </a:solidFill>
            </a:endParaRPr>
          </a:p>
        </p:txBody>
      </p:sp>
      <p:sp>
        <p:nvSpPr>
          <p:cNvPr id="189" name="Google Shape;189;p25"/>
          <p:cNvSpPr txBox="1"/>
          <p:nvPr/>
        </p:nvSpPr>
        <p:spPr>
          <a:xfrm>
            <a:off x="8325000" y="4740000"/>
            <a:ext cx="450000" cy="165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i="0" lang="th" sz="800" u="none" cap="none" strike="noStrike">
                <a:solidFill>
                  <a:srgbClr val="7A7A7A"/>
                </a:solidFill>
                <a:latin typeface="Arial"/>
                <a:ea typeface="Arial"/>
                <a:cs typeface="Arial"/>
                <a:sym typeface="Arial"/>
              </a:rPr>
              <a:t>1</a:t>
            </a:r>
            <a:endParaRPr sz="1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6"/>
          <p:cNvSpPr txBox="1"/>
          <p:nvPr>
            <p:ph type="title"/>
          </p:nvPr>
        </p:nvSpPr>
        <p:spPr>
          <a:xfrm>
            <a:off x="628650" y="211498"/>
            <a:ext cx="6858900" cy="36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b="1" lang="th" sz="1800"/>
              <a:t>Agentda</a:t>
            </a:r>
            <a:endParaRPr b="1" sz="1800"/>
          </a:p>
        </p:txBody>
      </p:sp>
      <p:sp>
        <p:nvSpPr>
          <p:cNvPr id="195" name="Google Shape;195;p26"/>
          <p:cNvSpPr txBox="1"/>
          <p:nvPr>
            <p:ph idx="1" type="body"/>
          </p:nvPr>
        </p:nvSpPr>
        <p:spPr>
          <a:xfrm>
            <a:off x="628650" y="1349069"/>
            <a:ext cx="7886700" cy="3263400"/>
          </a:xfrm>
          <a:prstGeom prst="rect">
            <a:avLst/>
          </a:prstGeom>
        </p:spPr>
        <p:txBody>
          <a:bodyPr anchorCtr="0" anchor="t" bIns="34275" lIns="68575" spcFirstLastPara="1" rIns="68575" wrap="square" tIns="34275">
            <a:normAutofit/>
          </a:bodyPr>
          <a:lstStyle/>
          <a:p>
            <a:pPr indent="0" lvl="0" marL="0" rtl="0" algn="l">
              <a:lnSpc>
                <a:spcPct val="115000"/>
              </a:lnSpc>
              <a:spcBef>
                <a:spcPts val="800"/>
              </a:spcBef>
              <a:spcAft>
                <a:spcPts val="0"/>
              </a:spcAft>
              <a:buNone/>
            </a:pPr>
            <a:r>
              <a:rPr lang="th" sz="1200"/>
              <a:t>														         page</a:t>
            </a:r>
            <a:endParaRPr sz="1200"/>
          </a:p>
          <a:p>
            <a:pPr indent="0" lvl="0" marL="0" rtl="0" algn="l">
              <a:lnSpc>
                <a:spcPct val="115000"/>
              </a:lnSpc>
              <a:spcBef>
                <a:spcPts val="800"/>
              </a:spcBef>
              <a:spcAft>
                <a:spcPts val="0"/>
              </a:spcAft>
              <a:buNone/>
            </a:pPr>
            <a:r>
              <a:rPr lang="th" sz="1200"/>
              <a:t>• Introduction														 3</a:t>
            </a:r>
            <a:endParaRPr sz="1200"/>
          </a:p>
          <a:p>
            <a:pPr indent="0" lvl="0" marL="0" rtl="0" algn="l">
              <a:lnSpc>
                <a:spcPct val="115000"/>
              </a:lnSpc>
              <a:spcBef>
                <a:spcPts val="800"/>
              </a:spcBef>
              <a:spcAft>
                <a:spcPts val="0"/>
              </a:spcAft>
              <a:buNone/>
            </a:pPr>
            <a:r>
              <a:rPr lang="th" sz="1200"/>
              <a:t>• Problem Statement												 4</a:t>
            </a:r>
            <a:endParaRPr sz="1200"/>
          </a:p>
          <a:p>
            <a:pPr indent="0" lvl="0" marL="0" rtl="0" algn="l">
              <a:lnSpc>
                <a:spcPct val="115000"/>
              </a:lnSpc>
              <a:spcBef>
                <a:spcPts val="800"/>
              </a:spcBef>
              <a:spcAft>
                <a:spcPts val="0"/>
              </a:spcAft>
              <a:buNone/>
            </a:pPr>
            <a:r>
              <a:rPr lang="th" sz="1200"/>
              <a:t>• Proposed Method													 8</a:t>
            </a:r>
            <a:endParaRPr sz="1200"/>
          </a:p>
          <a:p>
            <a:pPr indent="0" lvl="0" marL="0" rtl="0" algn="l">
              <a:lnSpc>
                <a:spcPct val="115000"/>
              </a:lnSpc>
              <a:spcBef>
                <a:spcPts val="800"/>
              </a:spcBef>
              <a:spcAft>
                <a:spcPts val="0"/>
              </a:spcAft>
              <a:buNone/>
            </a:pPr>
            <a:r>
              <a:rPr lang="th" sz="1200"/>
              <a:t>• Expected Outcome &amp; Contribution										15</a:t>
            </a:r>
            <a:endParaRPr sz="1200"/>
          </a:p>
        </p:txBody>
      </p:sp>
      <p:sp>
        <p:nvSpPr>
          <p:cNvPr id="196" name="Google Shape;196;p26"/>
          <p:cNvSpPr txBox="1"/>
          <p:nvPr/>
        </p:nvSpPr>
        <p:spPr>
          <a:xfrm>
            <a:off x="8325000" y="4740000"/>
            <a:ext cx="450000" cy="165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th" sz="800">
                <a:solidFill>
                  <a:srgbClr val="7A7A7A"/>
                </a:solidFill>
              </a:rPr>
              <a:t>2</a:t>
            </a:r>
            <a:endParaRPr sz="800">
              <a:solidFill>
                <a:srgbClr val="7A7A7A"/>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7"/>
          <p:cNvSpPr txBox="1"/>
          <p:nvPr>
            <p:ph idx="1" type="body"/>
          </p:nvPr>
        </p:nvSpPr>
        <p:spPr>
          <a:xfrm>
            <a:off x="628650" y="1245475"/>
            <a:ext cx="4539000" cy="3263400"/>
          </a:xfrm>
          <a:prstGeom prst="rect">
            <a:avLst/>
          </a:prstGeom>
        </p:spPr>
        <p:txBody>
          <a:bodyPr anchorCtr="0" anchor="t" bIns="34275" lIns="68575" spcFirstLastPara="1" rIns="68575" wrap="square" tIns="34275">
            <a:noAutofit/>
          </a:bodyPr>
          <a:lstStyle/>
          <a:p>
            <a:pPr indent="0" lvl="0" marL="0" rtl="0" algn="l">
              <a:lnSpc>
                <a:spcPct val="115000"/>
              </a:lnSpc>
              <a:spcBef>
                <a:spcPts val="800"/>
              </a:spcBef>
              <a:spcAft>
                <a:spcPts val="0"/>
              </a:spcAft>
              <a:buNone/>
            </a:pPr>
            <a:r>
              <a:rPr b="1" lang="th" sz="1000">
                <a:solidFill>
                  <a:schemeClr val="accent1"/>
                </a:solidFill>
              </a:rPr>
              <a:t>The Challenge:</a:t>
            </a:r>
            <a:r>
              <a:rPr lang="th" sz="1000"/>
              <a:t> </a:t>
            </a:r>
            <a:r>
              <a:rPr lang="th" sz="1000">
                <a:solidFill>
                  <a:srgbClr val="666666"/>
                </a:solidFill>
              </a:rPr>
              <a:t>DBH is one of the most important variables for forest monitoring and biomass estimation, but manual DBH measurement requires substantial labor and time. Handheld or backpack LiDAR can capture dense 3D data more efficiently, yet the raw point cloud still has to be converted into reliable tree-level measurements.</a:t>
            </a:r>
            <a:endParaRPr sz="1000">
              <a:solidFill>
                <a:srgbClr val="666666"/>
              </a:solidFill>
            </a:endParaRPr>
          </a:p>
          <a:p>
            <a:pPr indent="0" lvl="0" marL="0" rtl="0" algn="l">
              <a:lnSpc>
                <a:spcPct val="115000"/>
              </a:lnSpc>
              <a:spcBef>
                <a:spcPts val="800"/>
              </a:spcBef>
              <a:spcAft>
                <a:spcPts val="0"/>
              </a:spcAft>
              <a:buNone/>
            </a:pPr>
            <a:r>
              <a:rPr b="1" lang="th" sz="1000">
                <a:solidFill>
                  <a:schemeClr val="accent1"/>
                </a:solidFill>
              </a:rPr>
              <a:t>The Limitation:</a:t>
            </a:r>
            <a:r>
              <a:rPr lang="th" sz="1000"/>
              <a:t> Existing LiDAR-based workflows often depend on rule-based trunk extraction, clustering, and circle/cylinder fitting. These methods are sensitive to shrubs, deadwood, leaves, uneven ground, occlusion, scan path, and variable point density. Heavy 3D learning methods can improve segmentation, but they may require high GPU memory and domain-specific fine-tuning.</a:t>
            </a:r>
            <a:endParaRPr sz="1000"/>
          </a:p>
          <a:p>
            <a:pPr indent="0" lvl="0" marL="0" rtl="0" algn="l">
              <a:lnSpc>
                <a:spcPct val="115000"/>
              </a:lnSpc>
              <a:spcBef>
                <a:spcPts val="800"/>
              </a:spcBef>
              <a:spcAft>
                <a:spcPts val="0"/>
              </a:spcAft>
              <a:buNone/>
            </a:pPr>
            <a:r>
              <a:rPr b="1" lang="th" sz="1000">
                <a:solidFill>
                  <a:schemeClr val="accent1"/>
                </a:solidFill>
              </a:rPr>
              <a:t>Core Problem:</a:t>
            </a:r>
            <a:r>
              <a:rPr lang="th" sz="1000">
                <a:solidFill>
                  <a:srgbClr val="666666"/>
                </a:solidFill>
              </a:rPr>
              <a:t> How can we automatically transform handheld LiDAR point clouds of rubber plantations into accurate individual-tree segments and DBH estimates, while keeping the model lightweight enough to run efficiently and compare fairly against 3D point-cloud methods such as TreeLearn?</a:t>
            </a:r>
            <a:endParaRPr sz="1000">
              <a:solidFill>
                <a:srgbClr val="666666"/>
              </a:solidFill>
            </a:endParaRPr>
          </a:p>
        </p:txBody>
      </p:sp>
      <p:sp>
        <p:nvSpPr>
          <p:cNvPr id="202" name="Google Shape;202;p27"/>
          <p:cNvSpPr txBox="1"/>
          <p:nvPr>
            <p:ph type="title"/>
          </p:nvPr>
        </p:nvSpPr>
        <p:spPr>
          <a:xfrm>
            <a:off x="628650" y="211498"/>
            <a:ext cx="6858900" cy="36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b="1" lang="th" sz="1800"/>
              <a:t>Introduction</a:t>
            </a:r>
            <a:endParaRPr b="1"/>
          </a:p>
        </p:txBody>
      </p:sp>
      <p:sp>
        <p:nvSpPr>
          <p:cNvPr id="203" name="Google Shape;203;p27"/>
          <p:cNvSpPr txBox="1"/>
          <p:nvPr/>
        </p:nvSpPr>
        <p:spPr>
          <a:xfrm>
            <a:off x="8325000" y="4740000"/>
            <a:ext cx="450000" cy="165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th" sz="800">
                <a:solidFill>
                  <a:srgbClr val="7A7A7A"/>
                </a:solidFill>
              </a:rPr>
              <a:t>3</a:t>
            </a:r>
            <a:endParaRPr sz="800">
              <a:solidFill>
                <a:srgbClr val="7A7A7A"/>
              </a:solidFill>
            </a:endParaRPr>
          </a:p>
        </p:txBody>
      </p:sp>
      <p:pic>
        <p:nvPicPr>
          <p:cNvPr id="204" name="Google Shape;204;p27" title="Screenshot 2026-04-09 025659.png"/>
          <p:cNvPicPr preferRelativeResize="0"/>
          <p:nvPr/>
        </p:nvPicPr>
        <p:blipFill rotWithShape="1">
          <a:blip r:embed="rId3">
            <a:alphaModFix/>
          </a:blip>
          <a:srcRect b="16707" l="25975" r="4869" t="9791"/>
          <a:stretch/>
        </p:blipFill>
        <p:spPr>
          <a:xfrm>
            <a:off x="5348225" y="1589625"/>
            <a:ext cx="3426774" cy="196425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8"/>
          <p:cNvSpPr txBox="1"/>
          <p:nvPr>
            <p:ph idx="1" type="body"/>
          </p:nvPr>
        </p:nvSpPr>
        <p:spPr>
          <a:xfrm>
            <a:off x="628650" y="1206900"/>
            <a:ext cx="7693500" cy="3263400"/>
          </a:xfrm>
          <a:prstGeom prst="rect">
            <a:avLst/>
          </a:prstGeom>
        </p:spPr>
        <p:txBody>
          <a:bodyPr anchorCtr="0" anchor="t" bIns="34275" lIns="68575" spcFirstLastPara="1" rIns="68575" wrap="square" tIns="34275">
            <a:noAutofit/>
          </a:bodyPr>
          <a:lstStyle/>
          <a:p>
            <a:pPr indent="0" lvl="0" marL="0" rtl="0" algn="l">
              <a:lnSpc>
                <a:spcPct val="115000"/>
              </a:lnSpc>
              <a:spcBef>
                <a:spcPts val="800"/>
              </a:spcBef>
              <a:spcAft>
                <a:spcPts val="0"/>
              </a:spcAft>
              <a:buNone/>
            </a:pPr>
            <a:r>
              <a:rPr b="1" lang="th" sz="1100">
                <a:solidFill>
                  <a:schemeClr val="accent1"/>
                </a:solidFill>
              </a:rPr>
              <a:t>Limitations of Current Techniques</a:t>
            </a:r>
            <a:endParaRPr b="1" sz="1100">
              <a:solidFill>
                <a:schemeClr val="accent1"/>
              </a:solidFill>
            </a:endParaRPr>
          </a:p>
          <a:p>
            <a:pPr indent="0" lvl="0" marL="0" rtl="0" algn="l">
              <a:lnSpc>
                <a:spcPct val="115000"/>
              </a:lnSpc>
              <a:spcBef>
                <a:spcPts val="800"/>
              </a:spcBef>
              <a:spcAft>
                <a:spcPts val="0"/>
              </a:spcAft>
              <a:buNone/>
            </a:pPr>
            <a:r>
              <a:rPr lang="th" sz="1000"/>
              <a:t>While mobile and handheld LiDAR workflows can collect 3D forest point clouds more efficiently than manual field surveys, current techniques still struggle to transform raw plot-level point clouds into reliable tree-level DBH measurements under real plantation conditions.</a:t>
            </a:r>
            <a:endParaRPr sz="1000"/>
          </a:p>
          <a:p>
            <a:pPr indent="0" lvl="0" marL="0" rtl="0" algn="l">
              <a:lnSpc>
                <a:spcPct val="115000"/>
              </a:lnSpc>
              <a:spcBef>
                <a:spcPts val="800"/>
              </a:spcBef>
              <a:spcAft>
                <a:spcPts val="0"/>
              </a:spcAft>
              <a:buNone/>
            </a:pPr>
            <a:r>
              <a:rPr b="1" lang="th" sz="1100">
                <a:solidFill>
                  <a:schemeClr val="accent1"/>
                </a:solidFill>
              </a:rPr>
              <a:t>Lack of Robust Individual Tree Segmentation</a:t>
            </a:r>
            <a:endParaRPr b="1" sz="1100">
              <a:solidFill>
                <a:schemeClr val="accent1"/>
              </a:solidFill>
            </a:endParaRPr>
          </a:p>
          <a:p>
            <a:pPr indent="0" lvl="0" marL="0" rtl="0" algn="l">
              <a:lnSpc>
                <a:spcPct val="115000"/>
              </a:lnSpc>
              <a:spcBef>
                <a:spcPts val="800"/>
              </a:spcBef>
              <a:spcAft>
                <a:spcPts val="0"/>
              </a:spcAft>
              <a:buNone/>
            </a:pPr>
            <a:r>
              <a:rPr lang="th" sz="1000"/>
              <a:t>Most rule-based point-cloud pipelines depend on trunk extraction, clustering radius, voxel size, density thresholds, or slice-level assumptions. In rubber plantations, occlusion, uneven point density, shrubs, deadwood, and nearby stems can cause merged trees, missed trees, or false tree detections.</a:t>
            </a:r>
            <a:endParaRPr sz="1000"/>
          </a:p>
          <a:p>
            <a:pPr indent="0" lvl="0" marL="0" rtl="0" algn="l">
              <a:lnSpc>
                <a:spcPct val="115000"/>
              </a:lnSpc>
              <a:spcBef>
                <a:spcPts val="800"/>
              </a:spcBef>
              <a:spcAft>
                <a:spcPts val="0"/>
              </a:spcAft>
              <a:buNone/>
            </a:pPr>
            <a:r>
              <a:rPr b="1" lang="th" sz="1100">
                <a:solidFill>
                  <a:schemeClr val="accent1"/>
                </a:solidFill>
              </a:rPr>
              <a:t>Limited Accuracy-Efficiency Bridge</a:t>
            </a:r>
            <a:endParaRPr b="1" sz="1100">
              <a:solidFill>
                <a:schemeClr val="accent1"/>
              </a:solidFill>
            </a:endParaRPr>
          </a:p>
          <a:p>
            <a:pPr indent="0" lvl="0" marL="0" rtl="0" algn="l">
              <a:lnSpc>
                <a:spcPct val="115000"/>
              </a:lnSpc>
              <a:spcBef>
                <a:spcPts val="800"/>
              </a:spcBef>
              <a:spcAft>
                <a:spcPts val="0"/>
              </a:spcAft>
              <a:buNone/>
            </a:pPr>
            <a:r>
              <a:rPr lang="th" sz="1000"/>
              <a:t>Direct 3D learning methods such as TreeLearn can improve individual tree segmentation, but they may require GPU memory, long preprocessing time, and domain-specific fine-tuning. Lightweight 2D density-image CNNs are more efficient, but they discard vertical structure and breast-height evidence needed for accurate DBH extraction.</a:t>
            </a:r>
            <a:endParaRPr sz="1000"/>
          </a:p>
        </p:txBody>
      </p:sp>
      <p:sp>
        <p:nvSpPr>
          <p:cNvPr id="210" name="Google Shape;210;p28"/>
          <p:cNvSpPr txBox="1"/>
          <p:nvPr>
            <p:ph type="title"/>
          </p:nvPr>
        </p:nvSpPr>
        <p:spPr>
          <a:xfrm>
            <a:off x="628650" y="211498"/>
            <a:ext cx="6858900" cy="36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b="1" lang="th" sz="1800"/>
              <a:t>Problem Statement</a:t>
            </a:r>
            <a:endParaRPr b="1" sz="1800"/>
          </a:p>
        </p:txBody>
      </p:sp>
      <p:sp>
        <p:nvSpPr>
          <p:cNvPr id="211" name="Google Shape;211;p28"/>
          <p:cNvSpPr txBox="1"/>
          <p:nvPr/>
        </p:nvSpPr>
        <p:spPr>
          <a:xfrm>
            <a:off x="8325000" y="4740000"/>
            <a:ext cx="450000" cy="165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th" sz="800">
                <a:solidFill>
                  <a:srgbClr val="7A7A7A"/>
                </a:solidFill>
              </a:rPr>
              <a:t>4</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9"/>
          <p:cNvSpPr txBox="1"/>
          <p:nvPr>
            <p:ph idx="1" type="body"/>
          </p:nvPr>
        </p:nvSpPr>
        <p:spPr>
          <a:xfrm>
            <a:off x="628650" y="1093875"/>
            <a:ext cx="7453500" cy="3659700"/>
          </a:xfrm>
          <a:prstGeom prst="rect">
            <a:avLst/>
          </a:prstGeom>
        </p:spPr>
        <p:txBody>
          <a:bodyPr anchorCtr="0" anchor="t" bIns="34275" lIns="68575" spcFirstLastPara="1" rIns="68575" wrap="square" tIns="34275">
            <a:noAutofit/>
          </a:bodyPr>
          <a:lstStyle/>
          <a:p>
            <a:pPr indent="0" lvl="0" marL="0" rtl="0" algn="l">
              <a:lnSpc>
                <a:spcPct val="115000"/>
              </a:lnSpc>
              <a:spcBef>
                <a:spcPts val="800"/>
              </a:spcBef>
              <a:spcAft>
                <a:spcPts val="0"/>
              </a:spcAft>
              <a:buNone/>
            </a:pPr>
            <a:r>
              <a:rPr b="1" lang="th" sz="1000">
                <a:solidFill>
                  <a:schemeClr val="accent1"/>
                </a:solidFill>
              </a:rPr>
              <a:t>Diameter at Breast Height (DBH)</a:t>
            </a:r>
            <a:br>
              <a:rPr b="1" lang="th" sz="1100">
                <a:solidFill>
                  <a:schemeClr val="accent1"/>
                </a:solidFill>
              </a:rPr>
            </a:br>
            <a:r>
              <a:rPr b="1" lang="th" sz="900"/>
              <a:t>Definition:</a:t>
            </a:r>
            <a:r>
              <a:rPr lang="th" sz="900"/>
              <a:t> The trunk diameter measured at breast height, commonly around 1.3 m above the ground surface.</a:t>
            </a:r>
            <a:br>
              <a:rPr lang="th" sz="900"/>
            </a:br>
            <a:r>
              <a:rPr b="1" lang="th" sz="900">
                <a:solidFill>
                  <a:schemeClr val="accent1"/>
                </a:solidFill>
              </a:rPr>
              <a:t>Role in Research:</a:t>
            </a:r>
            <a:r>
              <a:rPr lang="th" sz="900">
                <a:solidFill>
                  <a:schemeClr val="accent1"/>
                </a:solidFill>
              </a:rPr>
              <a:t> DBH is the target tree-level inventory variable used for biomass estimation, forest monitoring, and evaluation of downstream measurement accuracy.</a:t>
            </a:r>
            <a:br>
              <a:rPr lang="th" sz="900">
                <a:solidFill>
                  <a:schemeClr val="accent1"/>
                </a:solidFill>
              </a:rPr>
            </a:br>
            <a:endParaRPr sz="900">
              <a:solidFill>
                <a:schemeClr val="accent1"/>
              </a:solidFill>
            </a:endParaRPr>
          </a:p>
          <a:p>
            <a:pPr indent="0" lvl="0" marL="0" rtl="0" algn="l">
              <a:lnSpc>
                <a:spcPct val="115000"/>
              </a:lnSpc>
              <a:spcBef>
                <a:spcPts val="800"/>
              </a:spcBef>
              <a:spcAft>
                <a:spcPts val="0"/>
              </a:spcAft>
              <a:buNone/>
            </a:pPr>
            <a:r>
              <a:rPr b="1" lang="th" sz="1000">
                <a:solidFill>
                  <a:schemeClr val="accent1"/>
                </a:solidFill>
              </a:rPr>
              <a:t>Handheld / Mobile LiDAR Point Clouds</a:t>
            </a:r>
            <a:br>
              <a:rPr b="1" lang="th" sz="1100">
                <a:solidFill>
                  <a:schemeClr val="accent1"/>
                </a:solidFill>
              </a:rPr>
            </a:br>
            <a:r>
              <a:rPr b="1" lang="th" sz="900"/>
              <a:t>Definition:</a:t>
            </a:r>
            <a:r>
              <a:rPr lang="th" sz="900"/>
              <a:t> Three-dimensional point measurements collected while an operator walks through a forest or plantation using handheld or backpack LiDAR with SLAM-based mapping.</a:t>
            </a:r>
            <a:br>
              <a:rPr lang="th" sz="900">
                <a:solidFill>
                  <a:schemeClr val="accent1"/>
                </a:solidFill>
              </a:rPr>
            </a:br>
            <a:r>
              <a:rPr b="1" lang="th" sz="900">
                <a:solidFill>
                  <a:schemeClr val="accent1"/>
                </a:solidFill>
              </a:rPr>
              <a:t>Role i</a:t>
            </a:r>
            <a:r>
              <a:rPr b="1" lang="th" sz="900">
                <a:solidFill>
                  <a:schemeClr val="accent1"/>
                </a:solidFill>
              </a:rPr>
              <a:t>n</a:t>
            </a:r>
            <a:r>
              <a:rPr b="1" lang="th" sz="900">
                <a:solidFill>
                  <a:schemeClr val="accent1"/>
                </a:solidFill>
              </a:rPr>
              <a:t> Research:</a:t>
            </a:r>
            <a:r>
              <a:rPr lang="th" sz="900">
                <a:solidFill>
                  <a:schemeClr val="accent1"/>
                </a:solidFill>
              </a:rPr>
              <a:t> Provides the raw 3D data source for detecting individual rubber trees and extracting trunk points near breast height.</a:t>
            </a:r>
            <a:br>
              <a:rPr lang="th" sz="900">
                <a:solidFill>
                  <a:schemeClr val="accent1"/>
                </a:solidFill>
              </a:rPr>
            </a:br>
            <a:endParaRPr sz="900">
              <a:solidFill>
                <a:schemeClr val="accent1"/>
              </a:solidFill>
            </a:endParaRPr>
          </a:p>
          <a:p>
            <a:pPr indent="0" lvl="0" marL="0" rtl="0" algn="l">
              <a:lnSpc>
                <a:spcPct val="115000"/>
              </a:lnSpc>
              <a:spcBef>
                <a:spcPts val="800"/>
              </a:spcBef>
              <a:spcAft>
                <a:spcPts val="0"/>
              </a:spcAft>
              <a:buNone/>
            </a:pPr>
            <a:r>
              <a:rPr b="1" lang="th" sz="1000">
                <a:solidFill>
                  <a:schemeClr val="accent1"/>
                </a:solidFill>
              </a:rPr>
              <a:t>Individual Tree Segmentation</a:t>
            </a:r>
            <a:br>
              <a:rPr b="1" lang="th" sz="1100">
                <a:solidFill>
                  <a:schemeClr val="accent1"/>
                </a:solidFill>
              </a:rPr>
            </a:br>
            <a:r>
              <a:rPr b="1" lang="th" sz="900"/>
              <a:t>Definition:</a:t>
            </a:r>
            <a:r>
              <a:rPr lang="th" sz="900"/>
              <a:t> The task of separating a plot-level forest point cloud into individual tree instances or tree centers.</a:t>
            </a:r>
            <a:br>
              <a:rPr lang="th" sz="900">
                <a:solidFill>
                  <a:schemeClr val="accent1"/>
                </a:solidFill>
              </a:rPr>
            </a:br>
            <a:r>
              <a:rPr b="1" lang="th" sz="900">
                <a:solidFill>
                  <a:schemeClr val="accent1"/>
                </a:solidFill>
              </a:rPr>
              <a:t>Role in Research:</a:t>
            </a:r>
            <a:r>
              <a:rPr lang="th" sz="900">
                <a:solidFill>
                  <a:schemeClr val="accent1"/>
                </a:solidFill>
              </a:rPr>
              <a:t> Acts as the upstream step before DBH extraction; missed, merged, or false tree instances directly affect DBH estimation.</a:t>
            </a:r>
            <a:br>
              <a:rPr lang="th" sz="900">
                <a:solidFill>
                  <a:schemeClr val="accent1"/>
                </a:solidFill>
              </a:rPr>
            </a:br>
            <a:endParaRPr sz="900">
              <a:solidFill>
                <a:schemeClr val="accent1"/>
              </a:solidFill>
            </a:endParaRPr>
          </a:p>
          <a:p>
            <a:pPr indent="0" lvl="0" marL="0" rtl="0" algn="l">
              <a:lnSpc>
                <a:spcPct val="115000"/>
              </a:lnSpc>
              <a:spcBef>
                <a:spcPts val="800"/>
              </a:spcBef>
              <a:spcAft>
                <a:spcPts val="0"/>
              </a:spcAft>
              <a:buNone/>
            </a:pPr>
            <a:r>
              <a:rPr b="1" lang="th" sz="1000">
                <a:solidFill>
                  <a:schemeClr val="accent1"/>
                </a:solidFill>
              </a:rPr>
              <a:t>Multi-channel Raster Representation</a:t>
            </a:r>
            <a:br>
              <a:rPr b="1" lang="th" sz="1100">
                <a:solidFill>
                  <a:schemeClr val="accent1"/>
                </a:solidFill>
              </a:rPr>
            </a:br>
            <a:r>
              <a:rPr b="1" lang="th" sz="900"/>
              <a:t>Definition:</a:t>
            </a:r>
            <a:r>
              <a:rPr lang="th" sz="900"/>
              <a:t> A 2D top-view image representation where each channel encodes a LiDAR-derived feature such as point density, height above ground, or breast-height density.</a:t>
            </a:r>
            <a:br>
              <a:rPr lang="th" sz="900">
                <a:solidFill>
                  <a:schemeClr val="accent1"/>
                </a:solidFill>
              </a:rPr>
            </a:br>
            <a:r>
              <a:rPr b="1" lang="th" sz="900">
                <a:solidFill>
                  <a:schemeClr val="accent1"/>
                </a:solidFill>
              </a:rPr>
              <a:t>Role in Research:</a:t>
            </a:r>
            <a:r>
              <a:rPr lang="th" sz="900">
                <a:solidFill>
                  <a:schemeClr val="accent1"/>
                </a:solidFill>
              </a:rPr>
              <a:t> Converts 3D point-cloud evidence into CNN-compatible input while preserving more physical information than a single density image.</a:t>
            </a:r>
            <a:br>
              <a:rPr lang="th" sz="900">
                <a:solidFill>
                  <a:schemeClr val="accent1"/>
                </a:solidFill>
              </a:rPr>
            </a:br>
            <a:endParaRPr sz="900">
              <a:solidFill>
                <a:schemeClr val="accent1"/>
              </a:solidFill>
            </a:endParaRPr>
          </a:p>
        </p:txBody>
      </p:sp>
      <p:sp>
        <p:nvSpPr>
          <p:cNvPr id="217" name="Google Shape;217;p29"/>
          <p:cNvSpPr txBox="1"/>
          <p:nvPr>
            <p:ph type="title"/>
          </p:nvPr>
        </p:nvSpPr>
        <p:spPr>
          <a:xfrm>
            <a:off x="628650" y="211498"/>
            <a:ext cx="6858900" cy="36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b="1" lang="th" sz="1800"/>
              <a:t>Background</a:t>
            </a:r>
            <a:endParaRPr b="1" sz="1800"/>
          </a:p>
        </p:txBody>
      </p:sp>
      <p:sp>
        <p:nvSpPr>
          <p:cNvPr id="218" name="Google Shape;218;p29"/>
          <p:cNvSpPr txBox="1"/>
          <p:nvPr/>
        </p:nvSpPr>
        <p:spPr>
          <a:xfrm>
            <a:off x="8325000" y="4740000"/>
            <a:ext cx="450000" cy="165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th" sz="800">
                <a:solidFill>
                  <a:srgbClr val="7A7A7A"/>
                </a:solidFill>
              </a:rPr>
              <a:t>5</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0"/>
          <p:cNvSpPr txBox="1"/>
          <p:nvPr>
            <p:ph type="title"/>
          </p:nvPr>
        </p:nvSpPr>
        <p:spPr>
          <a:xfrm>
            <a:off x="628650" y="211498"/>
            <a:ext cx="6858900" cy="36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b="1" lang="th" sz="1800"/>
              <a:t>Related Work Landscape</a:t>
            </a:r>
            <a:endParaRPr b="1" sz="1800"/>
          </a:p>
        </p:txBody>
      </p:sp>
      <p:graphicFrame>
        <p:nvGraphicFramePr>
          <p:cNvPr id="224" name="Google Shape;224;p30"/>
          <p:cNvGraphicFramePr/>
          <p:nvPr/>
        </p:nvGraphicFramePr>
        <p:xfrm>
          <a:off x="843413" y="1079900"/>
          <a:ext cx="3000000" cy="3000000"/>
        </p:xfrm>
        <a:graphic>
          <a:graphicData uri="http://schemas.openxmlformats.org/drawingml/2006/table">
            <a:tbl>
              <a:tblPr>
                <a:noFill/>
                <a:tableStyleId>{47AD0DB2-2E77-4B1C-889F-1E69CF8ECE06}</a:tableStyleId>
              </a:tblPr>
              <a:tblGrid>
                <a:gridCol w="2485725"/>
                <a:gridCol w="2485725"/>
                <a:gridCol w="2485725"/>
              </a:tblGrid>
              <a:tr h="340650">
                <a:tc>
                  <a:txBody>
                    <a:bodyPr/>
                    <a:lstStyle/>
                    <a:p>
                      <a:pPr indent="0" lvl="0" marL="0" rtl="0" algn="l">
                        <a:spcBef>
                          <a:spcPts val="0"/>
                        </a:spcBef>
                        <a:spcAft>
                          <a:spcPts val="0"/>
                        </a:spcAft>
                        <a:buNone/>
                      </a:pPr>
                      <a:r>
                        <a:rPr b="1" lang="th" sz="950">
                          <a:solidFill>
                            <a:schemeClr val="lt1"/>
                          </a:solidFill>
                        </a:rPr>
                        <a:t>Approach</a:t>
                      </a:r>
                      <a:r>
                        <a:rPr lang="th" sz="1000">
                          <a:solidFill>
                            <a:schemeClr val="lt1"/>
                          </a:solidFill>
                        </a:rPr>
                        <a:t> </a:t>
                      </a:r>
                      <a:endParaRPr sz="1300">
                        <a:solidFill>
                          <a:schemeClr val="lt1"/>
                        </a:solidFill>
                      </a:endParaRPr>
                    </a:p>
                  </a:txBody>
                  <a:tcPr marT="91425" marB="91425" marR="91425" marL="91425">
                    <a:solidFill>
                      <a:schemeClr val="accent1"/>
                    </a:solidFill>
                  </a:tcPr>
                </a:tc>
                <a:tc>
                  <a:txBody>
                    <a:bodyPr/>
                    <a:lstStyle/>
                    <a:p>
                      <a:pPr indent="0" lvl="0" marL="0" rtl="0" algn="l">
                        <a:spcBef>
                          <a:spcPts val="0"/>
                        </a:spcBef>
                        <a:spcAft>
                          <a:spcPts val="0"/>
                        </a:spcAft>
                        <a:buNone/>
                      </a:pPr>
                      <a:r>
                        <a:rPr b="1" lang="th" sz="950">
                          <a:solidFill>
                            <a:schemeClr val="lt1"/>
                          </a:solidFill>
                        </a:rPr>
                        <a:t>Key Concept</a:t>
                      </a:r>
                      <a:r>
                        <a:rPr lang="th" sz="1000">
                          <a:solidFill>
                            <a:schemeClr val="lt1"/>
                          </a:solidFill>
                        </a:rPr>
                        <a:t> </a:t>
                      </a:r>
                      <a:endParaRPr sz="1300">
                        <a:solidFill>
                          <a:schemeClr val="lt1"/>
                        </a:solidFill>
                      </a:endParaRPr>
                    </a:p>
                  </a:txBody>
                  <a:tcPr marT="91425" marB="91425" marR="91425" marL="91425">
                    <a:solidFill>
                      <a:schemeClr val="accent1"/>
                    </a:solidFill>
                  </a:tcPr>
                </a:tc>
                <a:tc>
                  <a:txBody>
                    <a:bodyPr/>
                    <a:lstStyle/>
                    <a:p>
                      <a:pPr indent="0" lvl="0" marL="0" rtl="0" algn="l">
                        <a:spcBef>
                          <a:spcPts val="0"/>
                        </a:spcBef>
                        <a:spcAft>
                          <a:spcPts val="0"/>
                        </a:spcAft>
                        <a:buNone/>
                      </a:pPr>
                      <a:r>
                        <a:rPr b="1" lang="th" sz="950">
                          <a:solidFill>
                            <a:schemeClr val="lt1"/>
                          </a:solidFill>
                        </a:rPr>
                        <a:t>Critical Limitation (Research Gap)</a:t>
                      </a:r>
                      <a:r>
                        <a:rPr lang="th" sz="1000">
                          <a:solidFill>
                            <a:schemeClr val="lt1"/>
                          </a:solidFill>
                        </a:rPr>
                        <a:t> </a:t>
                      </a:r>
                      <a:endParaRPr sz="1300">
                        <a:solidFill>
                          <a:schemeClr val="lt1"/>
                        </a:solidFill>
                      </a:endParaRPr>
                    </a:p>
                  </a:txBody>
                  <a:tcPr marT="91425" marB="91425" marR="91425" marL="91425">
                    <a:solidFill>
                      <a:schemeClr val="accent1"/>
                    </a:solidFill>
                  </a:tcPr>
                </a:tc>
              </a:tr>
              <a:tr h="549100">
                <a:tc>
                  <a:txBody>
                    <a:bodyPr/>
                    <a:lstStyle/>
                    <a:p>
                      <a:pPr indent="0" lvl="0" marL="0" rtl="0" algn="l">
                        <a:spcBef>
                          <a:spcPts val="0"/>
                        </a:spcBef>
                        <a:spcAft>
                          <a:spcPts val="0"/>
                        </a:spcAft>
                        <a:buNone/>
                      </a:pPr>
                      <a:r>
                        <a:rPr lang="th" sz="900">
                          <a:solidFill>
                            <a:schemeClr val="dk1"/>
                          </a:solidFill>
                        </a:rPr>
                        <a:t>Relative-density segmentation, multi-height DBH fitting (Liu et al., 2021) </a:t>
                      </a:r>
                      <a:endParaRPr sz="900">
                        <a:solidFill>
                          <a:schemeClr val="dk1"/>
                        </a:solidFill>
                      </a:endParaRPr>
                    </a:p>
                  </a:txBody>
                  <a:tcPr marT="91425" marB="91425" marR="91425" marL="91425">
                    <a:solidFill>
                      <a:srgbClr val="C9DAF8"/>
                    </a:solidFill>
                  </a:tcPr>
                </a:tc>
                <a:tc>
                  <a:txBody>
                    <a:bodyPr/>
                    <a:lstStyle/>
                    <a:p>
                      <a:pPr indent="0" lvl="0" marL="0" rtl="0" algn="l">
                        <a:spcBef>
                          <a:spcPts val="0"/>
                        </a:spcBef>
                        <a:spcAft>
                          <a:spcPts val="0"/>
                        </a:spcAft>
                        <a:buNone/>
                      </a:pPr>
                      <a:r>
                        <a:rPr lang="th" sz="800">
                          <a:solidFill>
                            <a:schemeClr val="dk1"/>
                          </a:solidFill>
                        </a:rPr>
                        <a:t>Segments trunks from MLS point clouds using relative density, then estimates DBH from multi-height circle fitting with outlier removal. </a:t>
                      </a:r>
                      <a:endParaRPr sz="800">
                        <a:solidFill>
                          <a:schemeClr val="dk1"/>
                        </a:solidFill>
                      </a:endParaRPr>
                    </a:p>
                  </a:txBody>
                  <a:tcPr marT="91425" marB="91425" marR="91425" marL="91425">
                    <a:solidFill>
                      <a:srgbClr val="C9DAF8"/>
                    </a:solidFill>
                  </a:tcPr>
                </a:tc>
                <a:tc>
                  <a:txBody>
                    <a:bodyPr/>
                    <a:lstStyle/>
                    <a:p>
                      <a:pPr indent="0" lvl="0" marL="0" rtl="0" algn="l">
                        <a:spcBef>
                          <a:spcPts val="0"/>
                        </a:spcBef>
                        <a:spcAft>
                          <a:spcPts val="0"/>
                        </a:spcAft>
                        <a:buNone/>
                      </a:pPr>
                      <a:r>
                        <a:rPr lang="th" sz="800">
                          <a:solidFill>
                            <a:schemeClr val="dk1"/>
                          </a:solidFill>
                        </a:rPr>
                        <a:t>Still relies on handcrafted density scales and trunk assumptions; robustness may drop when point density, scan path, or plantation structure changes. </a:t>
                      </a:r>
                      <a:endParaRPr sz="800">
                        <a:solidFill>
                          <a:schemeClr val="dk1"/>
                        </a:solidFill>
                      </a:endParaRPr>
                    </a:p>
                  </a:txBody>
                  <a:tcPr marT="91425" marB="91425" marR="91425" marL="91425">
                    <a:solidFill>
                      <a:srgbClr val="C9DAF8"/>
                    </a:solidFill>
                  </a:tcPr>
                </a:tc>
              </a:tr>
              <a:tr h="610375">
                <a:tc>
                  <a:txBody>
                    <a:bodyPr/>
                    <a:lstStyle/>
                    <a:p>
                      <a:pPr indent="0" lvl="0" marL="0" rtl="0" algn="l">
                        <a:spcBef>
                          <a:spcPts val="0"/>
                        </a:spcBef>
                        <a:spcAft>
                          <a:spcPts val="0"/>
                        </a:spcAft>
                        <a:buNone/>
                      </a:pPr>
                      <a:r>
                        <a:rPr lang="th" sz="900">
                          <a:solidFill>
                            <a:schemeClr val="dk1"/>
                          </a:solidFill>
                        </a:rPr>
                        <a:t>Handheld LiDAR online DBH estimation (Proudman et al., 2021) </a:t>
                      </a:r>
                      <a:endParaRPr sz="900">
                        <a:solidFill>
                          <a:schemeClr val="dk1"/>
                        </a:solidFill>
                      </a:endParaRPr>
                    </a:p>
                  </a:txBody>
                  <a:tcPr marT="91425" marB="91425" marR="91425" marL="91425">
                    <a:solidFill>
                      <a:srgbClr val="A4C2F4"/>
                    </a:solidFill>
                  </a:tcPr>
                </a:tc>
                <a:tc>
                  <a:txBody>
                    <a:bodyPr/>
                    <a:lstStyle/>
                    <a:p>
                      <a:pPr indent="0" lvl="0" marL="0" rtl="0" algn="l">
                        <a:spcBef>
                          <a:spcPts val="0"/>
                        </a:spcBef>
                        <a:spcAft>
                          <a:spcPts val="0"/>
                        </a:spcAft>
                        <a:buNone/>
                      </a:pPr>
                      <a:r>
                        <a:rPr lang="th" sz="800">
                          <a:solidFill>
                            <a:schemeClr val="dk1"/>
                          </a:solidFill>
                        </a:rPr>
                        <a:t>Uses handheld LiDAR mapping and tree-level processing to estimate DBH during or after field scanning. </a:t>
                      </a:r>
                      <a:endParaRPr sz="800">
                        <a:solidFill>
                          <a:schemeClr val="dk1"/>
                        </a:solidFill>
                      </a:endParaRPr>
                    </a:p>
                  </a:txBody>
                  <a:tcPr marT="91425" marB="91425" marR="91425" marL="91425">
                    <a:solidFill>
                      <a:srgbClr val="A4C2F4"/>
                    </a:solidFill>
                  </a:tcPr>
                </a:tc>
                <a:tc>
                  <a:txBody>
                    <a:bodyPr/>
                    <a:lstStyle/>
                    <a:p>
                      <a:pPr indent="0" lvl="0" marL="0" rtl="0" algn="l">
                        <a:spcBef>
                          <a:spcPts val="0"/>
                        </a:spcBef>
                        <a:spcAft>
                          <a:spcPts val="0"/>
                        </a:spcAft>
                        <a:buNone/>
                      </a:pPr>
                      <a:r>
                        <a:rPr lang="th" sz="800">
                          <a:solidFill>
                            <a:schemeClr val="dk1"/>
                          </a:solidFill>
                        </a:rPr>
                        <a:t>Focuses on DBH extraction pipeline, but individual tree segmentation remains sensitive to occlusion and noisy trunk observations. </a:t>
                      </a:r>
                      <a:endParaRPr sz="800">
                        <a:solidFill>
                          <a:schemeClr val="dk1"/>
                        </a:solidFill>
                      </a:endParaRPr>
                    </a:p>
                  </a:txBody>
                  <a:tcPr marT="91425" marB="91425" marR="91425" marL="91425">
                    <a:solidFill>
                      <a:srgbClr val="A4C2F4"/>
                    </a:solidFill>
                  </a:tcPr>
                </a:tc>
              </a:tr>
              <a:tr h="710950">
                <a:tc>
                  <a:txBody>
                    <a:bodyPr/>
                    <a:lstStyle/>
                    <a:p>
                      <a:pPr indent="0" lvl="0" marL="0" rtl="0" algn="l">
                        <a:spcBef>
                          <a:spcPts val="0"/>
                        </a:spcBef>
                        <a:spcAft>
                          <a:spcPts val="0"/>
                        </a:spcAft>
                        <a:buNone/>
                      </a:pPr>
                      <a:r>
                        <a:rPr lang="th" sz="900">
                          <a:solidFill>
                            <a:schemeClr val="dk1"/>
                          </a:solidFill>
                        </a:rPr>
                        <a:t>ForestSPG / large-scale MLS inventory (Shao et al., 2024) </a:t>
                      </a:r>
                      <a:endParaRPr sz="900">
                        <a:solidFill>
                          <a:schemeClr val="dk1"/>
                        </a:solidFill>
                      </a:endParaRPr>
                    </a:p>
                  </a:txBody>
                  <a:tcPr marT="91425" marB="91425" marR="91425" marL="91425">
                    <a:solidFill>
                      <a:srgbClr val="A4C2F4"/>
                    </a:solidFill>
                  </a:tcPr>
                </a:tc>
                <a:tc>
                  <a:txBody>
                    <a:bodyPr/>
                    <a:lstStyle/>
                    <a:p>
                      <a:pPr indent="0" lvl="0" marL="0" rtl="0" algn="l">
                        <a:spcBef>
                          <a:spcPts val="0"/>
                        </a:spcBef>
                        <a:spcAft>
                          <a:spcPts val="0"/>
                        </a:spcAft>
                        <a:buNone/>
                      </a:pPr>
                      <a:r>
                        <a:rPr lang="th" sz="800">
                          <a:solidFill>
                            <a:schemeClr val="dk1"/>
                          </a:solidFill>
                        </a:rPr>
                        <a:t>Applies deep semantic segmentation and stem mapping for large natural forest inventory, then fits DBH from detected stems. </a:t>
                      </a:r>
                      <a:endParaRPr sz="800">
                        <a:solidFill>
                          <a:schemeClr val="dk1"/>
                        </a:solidFill>
                      </a:endParaRPr>
                    </a:p>
                  </a:txBody>
                  <a:tcPr marT="91425" marB="91425" marR="91425" marL="91425">
                    <a:solidFill>
                      <a:srgbClr val="A4C2F4"/>
                    </a:solidFill>
                  </a:tcPr>
                </a:tc>
                <a:tc>
                  <a:txBody>
                    <a:bodyPr/>
                    <a:lstStyle/>
                    <a:p>
                      <a:pPr indent="0" lvl="0" marL="0" rtl="0" algn="l">
                        <a:spcBef>
                          <a:spcPts val="0"/>
                        </a:spcBef>
                        <a:spcAft>
                          <a:spcPts val="0"/>
                        </a:spcAft>
                        <a:buNone/>
                      </a:pPr>
                      <a:r>
                        <a:rPr lang="th" sz="800">
                          <a:solidFill>
                            <a:schemeClr val="dk1"/>
                          </a:solidFill>
                        </a:rPr>
                        <a:t>Designed for large-scale forest inventory; computational complexity and platform generalization can be difficult for a lightweight rubber-plantation pipeline. </a:t>
                      </a:r>
                      <a:endParaRPr sz="800">
                        <a:solidFill>
                          <a:schemeClr val="dk1"/>
                        </a:solidFill>
                      </a:endParaRPr>
                    </a:p>
                  </a:txBody>
                  <a:tcPr marT="91425" marB="91425" marR="91425" marL="91425">
                    <a:solidFill>
                      <a:srgbClr val="A4C2F4"/>
                    </a:solidFill>
                  </a:tcPr>
                </a:tc>
              </a:tr>
              <a:tr h="610375">
                <a:tc>
                  <a:txBody>
                    <a:bodyPr/>
                    <a:lstStyle/>
                    <a:p>
                      <a:pPr indent="0" lvl="0" marL="0" rtl="0" algn="l">
                        <a:spcBef>
                          <a:spcPts val="0"/>
                        </a:spcBef>
                        <a:spcAft>
                          <a:spcPts val="0"/>
                        </a:spcAft>
                        <a:buNone/>
                      </a:pPr>
                      <a:r>
                        <a:rPr lang="th" sz="900">
                          <a:solidFill>
                            <a:schemeClr val="dk1"/>
                          </a:solidFill>
                        </a:rPr>
                        <a:t>TreeLearn (Henrich et al., 2024) </a:t>
                      </a:r>
                      <a:endParaRPr sz="900">
                        <a:solidFill>
                          <a:schemeClr val="dk1"/>
                        </a:solidFill>
                      </a:endParaRPr>
                    </a:p>
                  </a:txBody>
                  <a:tcPr marT="91425" marB="91425" marR="91425" marL="91425">
                    <a:solidFill>
                      <a:srgbClr val="C9DAF8"/>
                    </a:solidFill>
                  </a:tcPr>
                </a:tc>
                <a:tc>
                  <a:txBody>
                    <a:bodyPr/>
                    <a:lstStyle/>
                    <a:p>
                      <a:pPr indent="0" lvl="0" marL="0" rtl="0" algn="l">
                        <a:spcBef>
                          <a:spcPts val="0"/>
                        </a:spcBef>
                        <a:spcAft>
                          <a:spcPts val="0"/>
                        </a:spcAft>
                        <a:buNone/>
                      </a:pPr>
                      <a:r>
                        <a:rPr lang="th" sz="800">
                          <a:solidFill>
                            <a:schemeClr val="dk1"/>
                          </a:solidFill>
                        </a:rPr>
                        <a:t>Uses 3D sparse CNN to predict tree/non-tree scores and offsets for individual tree instance segmentation. </a:t>
                      </a:r>
                      <a:endParaRPr sz="800">
                        <a:solidFill>
                          <a:schemeClr val="dk1"/>
                        </a:solidFill>
                      </a:endParaRPr>
                    </a:p>
                  </a:txBody>
                  <a:tcPr marT="91425" marB="91425" marR="91425" marL="91425">
                    <a:solidFill>
                      <a:srgbClr val="C9DAF8"/>
                    </a:solidFill>
                  </a:tcPr>
                </a:tc>
                <a:tc>
                  <a:txBody>
                    <a:bodyPr/>
                    <a:lstStyle/>
                    <a:p>
                      <a:pPr indent="0" lvl="0" marL="0" rtl="0" algn="l">
                        <a:spcBef>
                          <a:spcPts val="0"/>
                        </a:spcBef>
                        <a:spcAft>
                          <a:spcPts val="0"/>
                        </a:spcAft>
                        <a:buNone/>
                      </a:pPr>
                      <a:r>
                        <a:rPr lang="th" sz="800">
                          <a:solidFill>
                            <a:schemeClr val="dk1"/>
                          </a:solidFill>
                        </a:rPr>
                        <a:t>Strong segmentation performance, but requires 3D deep learning infrastructure, GPU memory, and possible domain fine-tuning. </a:t>
                      </a:r>
                      <a:endParaRPr sz="800">
                        <a:solidFill>
                          <a:schemeClr val="dk1"/>
                        </a:solidFill>
                      </a:endParaRPr>
                    </a:p>
                  </a:txBody>
                  <a:tcPr marT="91425" marB="91425" marR="91425" marL="91425">
                    <a:solidFill>
                      <a:srgbClr val="C9DAF8"/>
                    </a:solidFill>
                  </a:tcPr>
                </a:tc>
              </a:tr>
              <a:tr h="613350">
                <a:tc>
                  <a:txBody>
                    <a:bodyPr/>
                    <a:lstStyle/>
                    <a:p>
                      <a:pPr indent="0" lvl="0" marL="0" rtl="0" algn="l">
                        <a:spcBef>
                          <a:spcPts val="0"/>
                        </a:spcBef>
                        <a:spcAft>
                          <a:spcPts val="0"/>
                        </a:spcAft>
                        <a:buNone/>
                      </a:pPr>
                      <a:r>
                        <a:rPr lang="th" sz="900">
                          <a:solidFill>
                            <a:schemeClr val="dk1"/>
                          </a:solidFill>
                        </a:rPr>
                        <a:t>Single-channel top-view CNN baseline (Current project) </a:t>
                      </a:r>
                      <a:endParaRPr sz="900">
                        <a:solidFill>
                          <a:schemeClr val="dk1"/>
                        </a:solidFill>
                      </a:endParaRPr>
                    </a:p>
                  </a:txBody>
                  <a:tcPr marT="91425" marB="91425" marR="91425" marL="91425">
                    <a:solidFill>
                      <a:srgbClr val="C9DAF8"/>
                    </a:solidFill>
                  </a:tcPr>
                </a:tc>
                <a:tc>
                  <a:txBody>
                    <a:bodyPr/>
                    <a:lstStyle/>
                    <a:p>
                      <a:pPr indent="0" lvl="0" marL="0" rtl="0" algn="l">
                        <a:spcBef>
                          <a:spcPts val="0"/>
                        </a:spcBef>
                        <a:spcAft>
                          <a:spcPts val="0"/>
                        </a:spcAft>
                        <a:buNone/>
                      </a:pPr>
                      <a:r>
                        <a:rPr lang="th" sz="800">
                          <a:solidFill>
                            <a:schemeClr val="dk1"/>
                          </a:solidFill>
                        </a:rPr>
                        <a:t>Rasterizes the point cloud into a density image and trains a CNN/YOLO detector for tree centers. </a:t>
                      </a:r>
                      <a:endParaRPr sz="800">
                        <a:solidFill>
                          <a:schemeClr val="dk1"/>
                        </a:solidFill>
                      </a:endParaRPr>
                    </a:p>
                  </a:txBody>
                  <a:tcPr marT="91425" marB="91425" marR="91425" marL="91425">
                    <a:solidFill>
                      <a:srgbClr val="C9DAF8"/>
                    </a:solidFill>
                  </a:tcPr>
                </a:tc>
                <a:tc>
                  <a:txBody>
                    <a:bodyPr/>
                    <a:lstStyle/>
                    <a:p>
                      <a:pPr indent="0" lvl="0" marL="0" rtl="0" algn="l">
                        <a:spcBef>
                          <a:spcPts val="0"/>
                        </a:spcBef>
                        <a:spcAft>
                          <a:spcPts val="0"/>
                        </a:spcAft>
                        <a:buNone/>
                      </a:pPr>
                      <a:r>
                        <a:rPr lang="th" sz="800">
                          <a:solidFill>
                            <a:schemeClr val="dk1"/>
                          </a:solidFill>
                        </a:rPr>
                        <a:t>Efficient and simple, but discards vertical structure and breast-height evidence that may help separate individual trees and support DBH estimation. </a:t>
                      </a:r>
                      <a:endParaRPr sz="800">
                        <a:solidFill>
                          <a:schemeClr val="dk1"/>
                        </a:solidFill>
                      </a:endParaRPr>
                    </a:p>
                  </a:txBody>
                  <a:tcPr marT="91425" marB="91425" marR="91425" marL="91425">
                    <a:solidFill>
                      <a:srgbClr val="C9DAF8"/>
                    </a:solidFill>
                  </a:tcPr>
                </a:tc>
              </a:tr>
            </a:tbl>
          </a:graphicData>
        </a:graphic>
      </p:graphicFrame>
      <p:sp>
        <p:nvSpPr>
          <p:cNvPr id="225" name="Google Shape;225;p30"/>
          <p:cNvSpPr txBox="1"/>
          <p:nvPr/>
        </p:nvSpPr>
        <p:spPr>
          <a:xfrm>
            <a:off x="8325000" y="4740000"/>
            <a:ext cx="450000" cy="165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th" sz="800">
                <a:solidFill>
                  <a:srgbClr val="7A7A7A"/>
                </a:solidFill>
              </a:rPr>
              <a:t>6</a:t>
            </a:r>
            <a:endParaRPr sz="1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1"/>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298450" lvl="0" marL="457200" rtl="0" algn="l">
              <a:lnSpc>
                <a:spcPct val="115000"/>
              </a:lnSpc>
              <a:spcBef>
                <a:spcPts val="800"/>
              </a:spcBef>
              <a:spcAft>
                <a:spcPts val="0"/>
              </a:spcAft>
              <a:buSzPts val="1100"/>
              <a:buChar char="•"/>
            </a:pPr>
            <a:r>
              <a:rPr lang="th" sz="1100"/>
              <a:t>Develop a multi-channel CNN pipeline for individual tree segmentation from handheld LiDAR point clouds.</a:t>
            </a:r>
            <a:endParaRPr sz="1100"/>
          </a:p>
          <a:p>
            <a:pPr indent="-298450" lvl="0" marL="457200" rtl="0" algn="l">
              <a:lnSpc>
                <a:spcPct val="115000"/>
              </a:lnSpc>
              <a:spcBef>
                <a:spcPts val="0"/>
              </a:spcBef>
              <a:spcAft>
                <a:spcPts val="0"/>
              </a:spcAft>
              <a:buSzPts val="1100"/>
              <a:buChar char="•"/>
            </a:pPr>
            <a:r>
              <a:rPr lang="th" sz="1100"/>
              <a:t>Compare multi-channel CNN with a single-channel density baseline using the same plantation plots.</a:t>
            </a:r>
            <a:endParaRPr sz="1100"/>
          </a:p>
          <a:p>
            <a:pPr indent="-298450" lvl="0" marL="457200" rtl="0" algn="l">
              <a:lnSpc>
                <a:spcPct val="115000"/>
              </a:lnSpc>
              <a:spcBef>
                <a:spcPts val="0"/>
              </a:spcBef>
              <a:spcAft>
                <a:spcPts val="0"/>
              </a:spcAft>
              <a:buSzPts val="1100"/>
              <a:buChar char="•"/>
            </a:pPr>
            <a:r>
              <a:rPr lang="th" sz="1100"/>
              <a:t>Benchmark against 3D point-cloud-based methods such as TreeLearn on the same test data.</a:t>
            </a:r>
            <a:endParaRPr sz="1100"/>
          </a:p>
          <a:p>
            <a:pPr indent="-298450" lvl="0" marL="457200" rtl="0" algn="l">
              <a:lnSpc>
                <a:spcPct val="115000"/>
              </a:lnSpc>
              <a:spcBef>
                <a:spcPts val="0"/>
              </a:spcBef>
              <a:spcAft>
                <a:spcPts val="0"/>
              </a:spcAft>
              <a:buSzPts val="1100"/>
              <a:buChar char="•"/>
            </a:pPr>
            <a:r>
              <a:rPr lang="th" sz="1100"/>
              <a:t>Quantify how segmentation quality affects downstream DBH extraction accuracy.</a:t>
            </a:r>
            <a:endParaRPr sz="1100"/>
          </a:p>
          <a:p>
            <a:pPr indent="-298450" lvl="0" marL="457200" rtl="0" algn="l">
              <a:lnSpc>
                <a:spcPct val="115000"/>
              </a:lnSpc>
              <a:spcBef>
                <a:spcPts val="0"/>
              </a:spcBef>
              <a:spcAft>
                <a:spcPts val="0"/>
              </a:spcAft>
              <a:buSzPts val="1100"/>
              <a:buChar char="•"/>
            </a:pPr>
            <a:r>
              <a:rPr lang="th" sz="1100"/>
              <a:t>Evaluate runtime, memory/VRAM usage, model size, and deployment practicality.</a:t>
            </a:r>
            <a:endParaRPr sz="1100"/>
          </a:p>
          <a:p>
            <a:pPr indent="0" lvl="0" marL="0" rtl="0" algn="l">
              <a:lnSpc>
                <a:spcPct val="115000"/>
              </a:lnSpc>
              <a:spcBef>
                <a:spcPts val="800"/>
              </a:spcBef>
              <a:spcAft>
                <a:spcPts val="0"/>
              </a:spcAft>
              <a:buNone/>
            </a:pPr>
            <a:r>
              <a:t/>
            </a:r>
            <a:endParaRPr sz="1000"/>
          </a:p>
        </p:txBody>
      </p:sp>
      <p:sp>
        <p:nvSpPr>
          <p:cNvPr id="231" name="Google Shape;231;p31"/>
          <p:cNvSpPr txBox="1"/>
          <p:nvPr>
            <p:ph type="title"/>
          </p:nvPr>
        </p:nvSpPr>
        <p:spPr>
          <a:xfrm>
            <a:off x="628650" y="211498"/>
            <a:ext cx="6858900" cy="36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b="1" lang="th" sz="1800"/>
              <a:t>Research Objectives</a:t>
            </a:r>
            <a:endParaRPr b="1" sz="1800"/>
          </a:p>
        </p:txBody>
      </p:sp>
      <p:sp>
        <p:nvSpPr>
          <p:cNvPr id="232" name="Google Shape;232;p31"/>
          <p:cNvSpPr txBox="1"/>
          <p:nvPr/>
        </p:nvSpPr>
        <p:spPr>
          <a:xfrm>
            <a:off x="8325000" y="4740000"/>
            <a:ext cx="450000" cy="165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th" sz="800">
                <a:solidFill>
                  <a:srgbClr val="7A7A7A"/>
                </a:solidFill>
              </a:rPr>
              <a:t>7</a:t>
            </a: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2"/>
          <p:cNvSpPr txBox="1"/>
          <p:nvPr>
            <p:ph idx="1" type="body"/>
          </p:nvPr>
        </p:nvSpPr>
        <p:spPr>
          <a:xfrm>
            <a:off x="628650" y="1092344"/>
            <a:ext cx="7886700" cy="3263400"/>
          </a:xfrm>
          <a:prstGeom prst="rect">
            <a:avLst/>
          </a:prstGeom>
        </p:spPr>
        <p:txBody>
          <a:bodyPr anchorCtr="0" anchor="t" bIns="34275" lIns="68575" spcFirstLastPara="1" rIns="68575" wrap="square" tIns="34275">
            <a:normAutofit/>
          </a:bodyPr>
          <a:lstStyle/>
          <a:p>
            <a:pPr indent="0" lvl="0" marL="0" rtl="0" algn="l">
              <a:lnSpc>
                <a:spcPct val="115000"/>
              </a:lnSpc>
              <a:spcBef>
                <a:spcPts val="800"/>
              </a:spcBef>
              <a:spcAft>
                <a:spcPts val="0"/>
              </a:spcAft>
              <a:buNone/>
            </a:pPr>
            <a:r>
              <a:rPr lang="th" sz="1100"/>
              <a:t>We propose </a:t>
            </a:r>
            <a:r>
              <a:rPr b="1" lang="th" sz="1100"/>
              <a:t>four components</a:t>
            </a:r>
            <a:r>
              <a:rPr lang="th" sz="1100"/>
              <a:t>: Data Preparation, Feature Rasterization, Individual Tree Segmentation, and DBH Extraction &amp; Evaluation.</a:t>
            </a:r>
            <a:endParaRPr sz="1100"/>
          </a:p>
          <a:p>
            <a:pPr indent="0" lvl="0" marL="0" rtl="0" algn="l">
              <a:lnSpc>
                <a:spcPct val="115000"/>
              </a:lnSpc>
              <a:spcBef>
                <a:spcPts val="800"/>
              </a:spcBef>
              <a:spcAft>
                <a:spcPts val="0"/>
              </a:spcAft>
              <a:buNone/>
            </a:pPr>
            <a:r>
              <a:t/>
            </a:r>
            <a:endParaRPr sz="1100"/>
          </a:p>
          <a:p>
            <a:pPr indent="0" lvl="0" marL="0" rtl="0" algn="l">
              <a:lnSpc>
                <a:spcPct val="115000"/>
              </a:lnSpc>
              <a:spcBef>
                <a:spcPts val="800"/>
              </a:spcBef>
              <a:spcAft>
                <a:spcPts val="0"/>
              </a:spcAft>
              <a:buNone/>
            </a:pPr>
            <a:r>
              <a:rPr b="1" lang="th" sz="1100">
                <a:solidFill>
                  <a:schemeClr val="accent1"/>
                </a:solidFill>
              </a:rPr>
              <a:t>Data Preparation:</a:t>
            </a:r>
            <a:r>
              <a:rPr lang="th" sz="1100">
                <a:solidFill>
                  <a:schemeClr val="accent1"/>
                </a:solidFill>
              </a:rPr>
              <a:t> Convert and standardize the 12 rubber-plantation point clouds, align them with field labels, and compute height-above-ground information.</a:t>
            </a:r>
            <a:endParaRPr sz="1100">
              <a:solidFill>
                <a:schemeClr val="accent1"/>
              </a:solidFill>
            </a:endParaRPr>
          </a:p>
          <a:p>
            <a:pPr indent="0" lvl="0" marL="0" rtl="0" algn="l">
              <a:lnSpc>
                <a:spcPct val="115000"/>
              </a:lnSpc>
              <a:spcBef>
                <a:spcPts val="800"/>
              </a:spcBef>
              <a:spcAft>
                <a:spcPts val="0"/>
              </a:spcAft>
              <a:buNone/>
            </a:pPr>
            <a:r>
              <a:rPr b="1" lang="th" sz="1100">
                <a:solidFill>
                  <a:schemeClr val="accent1"/>
                </a:solidFill>
              </a:rPr>
              <a:t>Feature Rasterization:</a:t>
            </a:r>
            <a:r>
              <a:rPr lang="th" sz="1100">
                <a:solidFill>
                  <a:schemeClr val="accent1"/>
                </a:solidFill>
              </a:rPr>
              <a:t> Transform each 3D point cloud into multi-channel top-view feature images that preserve density, vertical structure, and breast-height stem evidence.</a:t>
            </a:r>
            <a:endParaRPr sz="1100">
              <a:solidFill>
                <a:schemeClr val="accent1"/>
              </a:solidFill>
            </a:endParaRPr>
          </a:p>
          <a:p>
            <a:pPr indent="0" lvl="0" marL="0" rtl="0" algn="l">
              <a:lnSpc>
                <a:spcPct val="115000"/>
              </a:lnSpc>
              <a:spcBef>
                <a:spcPts val="800"/>
              </a:spcBef>
              <a:spcAft>
                <a:spcPts val="0"/>
              </a:spcAft>
              <a:buNone/>
            </a:pPr>
            <a:r>
              <a:rPr b="1" lang="th" sz="1100">
                <a:solidFill>
                  <a:schemeClr val="accent1"/>
                </a:solidFill>
              </a:rPr>
              <a:t>Individual Tree Segmentation:</a:t>
            </a:r>
            <a:r>
              <a:rPr lang="th" sz="1100">
                <a:solidFill>
                  <a:schemeClr val="accent1"/>
                </a:solidFill>
              </a:rPr>
              <a:t> Train a CNN/YOLO model to detect tree instances from the multi-channel raster, then compare it with density-only CNN and 3D point-cloud methods.</a:t>
            </a:r>
            <a:endParaRPr sz="1100">
              <a:solidFill>
                <a:schemeClr val="accent1"/>
              </a:solidFill>
            </a:endParaRPr>
          </a:p>
          <a:p>
            <a:pPr indent="0" lvl="0" marL="0" rtl="0" algn="l">
              <a:lnSpc>
                <a:spcPct val="115000"/>
              </a:lnSpc>
              <a:spcBef>
                <a:spcPts val="800"/>
              </a:spcBef>
              <a:spcAft>
                <a:spcPts val="0"/>
              </a:spcAft>
              <a:buNone/>
            </a:pPr>
            <a:r>
              <a:rPr b="1" lang="th" sz="1100">
                <a:solidFill>
                  <a:schemeClr val="accent1"/>
                </a:solidFill>
              </a:rPr>
              <a:t>DBH Extraction &amp; Evaluation:</a:t>
            </a:r>
            <a:r>
              <a:rPr lang="th" sz="1100">
                <a:solidFill>
                  <a:schemeClr val="accent1"/>
                </a:solidFill>
              </a:rPr>
              <a:t> Crop tree-level trunk points, estimate DBH using circle/cylinder fitting, and evaluate both accuracy and computational efficiency.</a:t>
            </a:r>
            <a:endParaRPr sz="1100">
              <a:solidFill>
                <a:schemeClr val="accent1"/>
              </a:solidFill>
            </a:endParaRPr>
          </a:p>
        </p:txBody>
      </p:sp>
      <p:sp>
        <p:nvSpPr>
          <p:cNvPr id="238" name="Google Shape;238;p32"/>
          <p:cNvSpPr txBox="1"/>
          <p:nvPr>
            <p:ph type="title"/>
          </p:nvPr>
        </p:nvSpPr>
        <p:spPr>
          <a:xfrm>
            <a:off x="628650" y="211498"/>
            <a:ext cx="6858900" cy="36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b="1" lang="th" sz="1800"/>
              <a:t>Proposed Method</a:t>
            </a:r>
            <a:endParaRPr b="1" sz="1800"/>
          </a:p>
        </p:txBody>
      </p:sp>
      <p:sp>
        <p:nvSpPr>
          <p:cNvPr id="239" name="Google Shape;239;p32"/>
          <p:cNvSpPr txBox="1"/>
          <p:nvPr/>
        </p:nvSpPr>
        <p:spPr>
          <a:xfrm>
            <a:off x="8325000" y="4740000"/>
            <a:ext cx="450000" cy="165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th" sz="800">
                <a:solidFill>
                  <a:srgbClr val="7A7A7A"/>
                </a:solidFill>
              </a:rPr>
              <a:t>8</a:t>
            </a:r>
            <a:endParaRPr sz="800">
              <a:solidFill>
                <a:srgbClr val="7A7A7A"/>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3"/>
          <p:cNvSpPr txBox="1"/>
          <p:nvPr/>
        </p:nvSpPr>
        <p:spPr>
          <a:xfrm>
            <a:off x="502500" y="825000"/>
            <a:ext cx="7575000" cy="3375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i="0" lang="th" sz="1100" u="none" cap="none" strike="noStrike">
                <a:solidFill>
                  <a:srgbClr val="44546A"/>
                </a:solidFill>
                <a:latin typeface="Arial"/>
                <a:ea typeface="Arial"/>
                <a:cs typeface="Arial"/>
                <a:sym typeface="Arial"/>
              </a:rPr>
              <a:t>Multi-channel CNN is used for individual tree segmentation before DBH fitting.</a:t>
            </a:r>
            <a:endParaRPr sz="1100"/>
          </a:p>
        </p:txBody>
      </p:sp>
      <p:sp>
        <p:nvSpPr>
          <p:cNvPr id="245" name="Google Shape;245;p33"/>
          <p:cNvSpPr txBox="1"/>
          <p:nvPr/>
        </p:nvSpPr>
        <p:spPr>
          <a:xfrm>
            <a:off x="502500" y="1750400"/>
            <a:ext cx="5390400" cy="2535600"/>
          </a:xfrm>
          <a:prstGeom prst="rect">
            <a:avLst/>
          </a:prstGeom>
          <a:noFill/>
          <a:ln>
            <a:noFill/>
          </a:ln>
        </p:spPr>
        <p:txBody>
          <a:bodyPr anchorCtr="0" anchor="t" bIns="34275" lIns="68575" spcFirstLastPara="1" rIns="68575" wrap="square" tIns="34275">
            <a:noAutofit/>
          </a:bodyPr>
          <a:lstStyle/>
          <a:p>
            <a:pPr indent="-165100" lvl="0" marL="254000" marR="0" rtl="0" algn="l">
              <a:lnSpc>
                <a:spcPct val="115000"/>
              </a:lnSpc>
              <a:spcBef>
                <a:spcPts val="0"/>
              </a:spcBef>
              <a:spcAft>
                <a:spcPts val="0"/>
              </a:spcAft>
              <a:buClr>
                <a:srgbClr val="242424"/>
              </a:buClr>
              <a:buSzPts val="1200"/>
              <a:buFont typeface="Arial"/>
              <a:buChar char="•"/>
            </a:pPr>
            <a:r>
              <a:rPr b="1" lang="th" sz="1200">
                <a:solidFill>
                  <a:srgbClr val="242424"/>
                </a:solidFill>
              </a:rPr>
              <a:t>Stage 1 - Data Preparation:</a:t>
            </a:r>
            <a:r>
              <a:rPr lang="th" sz="1200">
                <a:solidFill>
                  <a:srgbClr val="242424"/>
                </a:solidFill>
              </a:rPr>
              <a:t> Standardize point clouds, align ground-truth labels, estimate local ground, and compute height above ground.</a:t>
            </a:r>
            <a:endParaRPr sz="1200">
              <a:solidFill>
                <a:srgbClr val="242424"/>
              </a:solidFill>
            </a:endParaRPr>
          </a:p>
          <a:p>
            <a:pPr indent="0" lvl="0" marL="0" marR="0" rtl="0" algn="l">
              <a:lnSpc>
                <a:spcPct val="115000"/>
              </a:lnSpc>
              <a:spcBef>
                <a:spcPts val="0"/>
              </a:spcBef>
              <a:spcAft>
                <a:spcPts val="0"/>
              </a:spcAft>
              <a:buNone/>
            </a:pPr>
            <a:r>
              <a:t/>
            </a:r>
            <a:endParaRPr b="1" sz="1200">
              <a:solidFill>
                <a:srgbClr val="242424"/>
              </a:solidFill>
            </a:endParaRPr>
          </a:p>
          <a:p>
            <a:pPr indent="-165100" lvl="0" marL="254000" marR="0" rtl="0" algn="l">
              <a:lnSpc>
                <a:spcPct val="115000"/>
              </a:lnSpc>
              <a:spcBef>
                <a:spcPts val="0"/>
              </a:spcBef>
              <a:spcAft>
                <a:spcPts val="0"/>
              </a:spcAft>
              <a:buClr>
                <a:srgbClr val="242424"/>
              </a:buClr>
              <a:buSzPts val="1200"/>
              <a:buFont typeface="Arial"/>
              <a:buChar char="•"/>
            </a:pPr>
            <a:r>
              <a:rPr b="1" lang="th" sz="1200">
                <a:solidFill>
                  <a:srgbClr val="242424"/>
                </a:solidFill>
              </a:rPr>
              <a:t>Stage 2 - Feature Rasterization:</a:t>
            </a:r>
            <a:r>
              <a:rPr lang="th" sz="1200">
                <a:solidFill>
                  <a:srgbClr val="242424"/>
                </a:solidFill>
              </a:rPr>
              <a:t> Generate synthetic </a:t>
            </a:r>
            <a:r>
              <a:rPr lang="th" sz="1200">
                <a:solidFill>
                  <a:srgbClr val="E06666"/>
                </a:solidFill>
              </a:rPr>
              <a:t>R</a:t>
            </a:r>
            <a:r>
              <a:rPr lang="th" sz="1200">
                <a:solidFill>
                  <a:srgbClr val="93C47D"/>
                </a:solidFill>
              </a:rPr>
              <a:t>G</a:t>
            </a:r>
            <a:r>
              <a:rPr lang="th" sz="1200">
                <a:solidFill>
                  <a:srgbClr val="6D9EEB"/>
                </a:solidFill>
              </a:rPr>
              <a:t>B</a:t>
            </a:r>
            <a:r>
              <a:rPr lang="th" sz="1200">
                <a:solidFill>
                  <a:srgbClr val="242424"/>
                </a:solidFill>
              </a:rPr>
              <a:t> channels: </a:t>
            </a:r>
            <a:r>
              <a:rPr lang="th" sz="1050">
                <a:solidFill>
                  <a:srgbClr val="EA9999"/>
                </a:solidFill>
                <a:highlight>
                  <a:srgbClr val="3C3C3C"/>
                </a:highlight>
                <a:latin typeface="Courier New"/>
                <a:ea typeface="Courier New"/>
                <a:cs typeface="Courier New"/>
                <a:sym typeface="Courier New"/>
              </a:rPr>
              <a:t>density</a:t>
            </a:r>
            <a:r>
              <a:rPr lang="th" sz="1050">
                <a:solidFill>
                  <a:srgbClr val="CCCCCC"/>
                </a:solidFill>
              </a:rPr>
              <a:t>, </a:t>
            </a:r>
            <a:r>
              <a:rPr lang="th" sz="1050">
                <a:solidFill>
                  <a:srgbClr val="B6D7A8"/>
                </a:solidFill>
                <a:highlight>
                  <a:srgbClr val="3C3C3C"/>
                </a:highlight>
                <a:latin typeface="Courier New"/>
                <a:ea typeface="Courier New"/>
                <a:cs typeface="Courier New"/>
                <a:sym typeface="Courier New"/>
              </a:rPr>
              <a:t>hag_p95</a:t>
            </a:r>
            <a:r>
              <a:rPr lang="th" sz="1050">
                <a:solidFill>
                  <a:srgbClr val="CCCCCC"/>
                </a:solidFill>
              </a:rPr>
              <a:t>,</a:t>
            </a:r>
            <a:r>
              <a:rPr lang="th" sz="1050">
                <a:solidFill>
                  <a:srgbClr val="A4C2F4"/>
                </a:solidFill>
                <a:highlight>
                  <a:srgbClr val="3C3C3C"/>
                </a:highlight>
                <a:latin typeface="Courier New"/>
                <a:ea typeface="Courier New"/>
                <a:cs typeface="Courier New"/>
                <a:sym typeface="Courier New"/>
              </a:rPr>
              <a:t>dbh_band_density</a:t>
            </a:r>
            <a:r>
              <a:rPr lang="th" sz="1100">
                <a:solidFill>
                  <a:schemeClr val="dk1"/>
                </a:solidFill>
              </a:rPr>
              <a:t>.</a:t>
            </a:r>
            <a:endParaRPr sz="1200">
              <a:solidFill>
                <a:srgbClr val="242424"/>
              </a:solidFill>
            </a:endParaRPr>
          </a:p>
          <a:p>
            <a:pPr indent="0" lvl="0" marL="0" marR="0" rtl="0" algn="l">
              <a:lnSpc>
                <a:spcPct val="115000"/>
              </a:lnSpc>
              <a:spcBef>
                <a:spcPts val="0"/>
              </a:spcBef>
              <a:spcAft>
                <a:spcPts val="0"/>
              </a:spcAft>
              <a:buNone/>
            </a:pPr>
            <a:r>
              <a:t/>
            </a:r>
            <a:endParaRPr b="1" sz="1200">
              <a:solidFill>
                <a:srgbClr val="242424"/>
              </a:solidFill>
            </a:endParaRPr>
          </a:p>
          <a:p>
            <a:pPr indent="-165100" lvl="0" marL="254000" marR="0" rtl="0" algn="l">
              <a:lnSpc>
                <a:spcPct val="115000"/>
              </a:lnSpc>
              <a:spcBef>
                <a:spcPts val="0"/>
              </a:spcBef>
              <a:spcAft>
                <a:spcPts val="0"/>
              </a:spcAft>
              <a:buClr>
                <a:srgbClr val="242424"/>
              </a:buClr>
              <a:buSzPts val="1200"/>
              <a:buFont typeface="Arial"/>
              <a:buChar char="•"/>
            </a:pPr>
            <a:r>
              <a:rPr b="1" lang="th" sz="1200">
                <a:solidFill>
                  <a:srgbClr val="242424"/>
                </a:solidFill>
              </a:rPr>
              <a:t>Stage 3 - Individual Tree Segmentation: </a:t>
            </a:r>
            <a:r>
              <a:rPr lang="th" sz="1200">
                <a:solidFill>
                  <a:srgbClr val="242424"/>
                </a:solidFill>
              </a:rPr>
              <a:t>Detect tree centers or tree-level regions using multi-channel CNN/YOLO and compare against baseline methods.</a:t>
            </a:r>
            <a:endParaRPr sz="1200">
              <a:solidFill>
                <a:srgbClr val="242424"/>
              </a:solidFill>
            </a:endParaRPr>
          </a:p>
          <a:p>
            <a:pPr indent="0" lvl="0" marL="0" marR="0" rtl="0" algn="l">
              <a:lnSpc>
                <a:spcPct val="115000"/>
              </a:lnSpc>
              <a:spcBef>
                <a:spcPts val="0"/>
              </a:spcBef>
              <a:spcAft>
                <a:spcPts val="0"/>
              </a:spcAft>
              <a:buNone/>
            </a:pPr>
            <a:r>
              <a:t/>
            </a:r>
            <a:endParaRPr b="1" sz="1200">
              <a:solidFill>
                <a:srgbClr val="242424"/>
              </a:solidFill>
            </a:endParaRPr>
          </a:p>
          <a:p>
            <a:pPr indent="-165100" lvl="0" marL="254000" marR="0" rtl="0" algn="l">
              <a:lnSpc>
                <a:spcPct val="115000"/>
              </a:lnSpc>
              <a:spcBef>
                <a:spcPts val="0"/>
              </a:spcBef>
              <a:spcAft>
                <a:spcPts val="0"/>
              </a:spcAft>
              <a:buClr>
                <a:srgbClr val="242424"/>
              </a:buClr>
              <a:buSzPts val="1200"/>
              <a:buFont typeface="Arial"/>
              <a:buChar char="•"/>
            </a:pPr>
            <a:r>
              <a:rPr b="1" lang="th" sz="1200">
                <a:solidFill>
                  <a:srgbClr val="242424"/>
                </a:solidFill>
              </a:rPr>
              <a:t>Stage 4 - DBH Extraction &amp; Evaluation:</a:t>
            </a:r>
            <a:r>
              <a:rPr lang="th" sz="1200">
                <a:solidFill>
                  <a:srgbClr val="242424"/>
                </a:solidFill>
              </a:rPr>
              <a:t> Crop trunk points, fit DBH, and report segmentation, DBH, and efficiency metrics.</a:t>
            </a:r>
            <a:endParaRPr sz="1200">
              <a:solidFill>
                <a:srgbClr val="242424"/>
              </a:solidFill>
            </a:endParaRPr>
          </a:p>
        </p:txBody>
      </p:sp>
      <p:sp>
        <p:nvSpPr>
          <p:cNvPr id="246" name="Google Shape;246;p33"/>
          <p:cNvSpPr txBox="1"/>
          <p:nvPr/>
        </p:nvSpPr>
        <p:spPr>
          <a:xfrm>
            <a:off x="8325000" y="4740000"/>
            <a:ext cx="450000" cy="165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i="0" lang="th" sz="800" u="none" cap="none" strike="noStrike">
                <a:solidFill>
                  <a:srgbClr val="7A7A7A"/>
                </a:solidFill>
                <a:latin typeface="Arial"/>
                <a:ea typeface="Arial"/>
                <a:cs typeface="Arial"/>
                <a:sym typeface="Arial"/>
              </a:rPr>
              <a:t>9</a:t>
            </a:r>
            <a:endParaRPr sz="1100"/>
          </a:p>
        </p:txBody>
      </p:sp>
      <p:sp>
        <p:nvSpPr>
          <p:cNvPr id="247" name="Google Shape;247;p33"/>
          <p:cNvSpPr txBox="1"/>
          <p:nvPr>
            <p:ph type="title"/>
          </p:nvPr>
        </p:nvSpPr>
        <p:spPr>
          <a:xfrm>
            <a:off x="628650" y="211498"/>
            <a:ext cx="6858900" cy="36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b="1" lang="th" sz="1800"/>
              <a:t>Proposed System Overview</a:t>
            </a:r>
            <a:endParaRPr b="1" sz="1800"/>
          </a:p>
        </p:txBody>
      </p:sp>
      <p:pic>
        <p:nvPicPr>
          <p:cNvPr id="248" name="Google Shape;248;p33"/>
          <p:cNvPicPr preferRelativeResize="0"/>
          <p:nvPr/>
        </p:nvPicPr>
        <p:blipFill>
          <a:blip r:embed="rId3">
            <a:alphaModFix/>
          </a:blip>
          <a:stretch>
            <a:fillRect/>
          </a:stretch>
        </p:blipFill>
        <p:spPr>
          <a:xfrm>
            <a:off x="6311775" y="1296400"/>
            <a:ext cx="1950350" cy="3443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nvSpPr>
        <p:spPr>
          <a:xfrm>
            <a:off x="502500" y="825000"/>
            <a:ext cx="7575000" cy="3375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i="0" lang="th" sz="1100" u="none" cap="none" strike="noStrike">
                <a:solidFill>
                  <a:srgbClr val="44546A"/>
                </a:solidFill>
                <a:latin typeface="Arial"/>
                <a:ea typeface="Arial"/>
                <a:cs typeface="Arial"/>
                <a:sym typeface="Arial"/>
              </a:rPr>
              <a:t>Rubber plantation data will be evaluated at the plot level.</a:t>
            </a:r>
            <a:endParaRPr sz="1100"/>
          </a:p>
        </p:txBody>
      </p:sp>
      <p:sp>
        <p:nvSpPr>
          <p:cNvPr id="254" name="Google Shape;254;p34"/>
          <p:cNvSpPr txBox="1"/>
          <p:nvPr/>
        </p:nvSpPr>
        <p:spPr>
          <a:xfrm>
            <a:off x="630000" y="1305000"/>
            <a:ext cx="7425000" cy="1479300"/>
          </a:xfrm>
          <a:prstGeom prst="rect">
            <a:avLst/>
          </a:prstGeom>
          <a:noFill/>
          <a:ln>
            <a:noFill/>
          </a:ln>
        </p:spPr>
        <p:txBody>
          <a:bodyPr anchorCtr="0" anchor="t" bIns="34275" lIns="68575" spcFirstLastPara="1" rIns="68575" wrap="square" tIns="34275">
            <a:noAutofit/>
          </a:bodyPr>
          <a:lstStyle/>
          <a:p>
            <a:pPr indent="-165100" lvl="0" marL="254000" marR="0" rtl="0" algn="l">
              <a:lnSpc>
                <a:spcPct val="115000"/>
              </a:lnSpc>
              <a:spcBef>
                <a:spcPts val="0"/>
              </a:spcBef>
              <a:spcAft>
                <a:spcPts val="0"/>
              </a:spcAft>
              <a:buClr>
                <a:srgbClr val="242424"/>
              </a:buClr>
              <a:buSzPts val="1200"/>
              <a:buFont typeface="Arial"/>
              <a:buChar char="•"/>
            </a:pPr>
            <a:r>
              <a:rPr b="0" i="0" lang="th" sz="1200" u="none" cap="none" strike="noStrike">
                <a:solidFill>
                  <a:srgbClr val="242424"/>
                </a:solidFill>
                <a:latin typeface="Arial"/>
                <a:ea typeface="Arial"/>
                <a:cs typeface="Arial"/>
                <a:sym typeface="Arial"/>
              </a:rPr>
              <a:t>Main dataset: 12 rubber plantation point clouds.</a:t>
            </a:r>
            <a:endParaRPr sz="1100"/>
          </a:p>
          <a:p>
            <a:pPr indent="-165100" lvl="0" marL="254000" marR="0" rtl="0" algn="l">
              <a:lnSpc>
                <a:spcPct val="115000"/>
              </a:lnSpc>
              <a:spcBef>
                <a:spcPts val="0"/>
              </a:spcBef>
              <a:spcAft>
                <a:spcPts val="0"/>
              </a:spcAft>
              <a:buClr>
                <a:srgbClr val="242424"/>
              </a:buClr>
              <a:buSzPts val="1200"/>
              <a:buFont typeface="Arial"/>
              <a:buChar char="•"/>
            </a:pPr>
            <a:r>
              <a:rPr b="0" i="0" lang="th" sz="1200" u="none" cap="none" strike="noStrike">
                <a:solidFill>
                  <a:srgbClr val="242424"/>
                </a:solidFill>
                <a:latin typeface="Arial"/>
                <a:ea typeface="Arial"/>
                <a:cs typeface="Arial"/>
                <a:sym typeface="Arial"/>
              </a:rPr>
              <a:t>Labels: tree X/Y positions and field-measured DBH from CSV files.</a:t>
            </a:r>
            <a:endParaRPr sz="1100"/>
          </a:p>
          <a:p>
            <a:pPr indent="-165100" lvl="0" marL="254000" marR="0" rtl="0" algn="l">
              <a:lnSpc>
                <a:spcPct val="115000"/>
              </a:lnSpc>
              <a:spcBef>
                <a:spcPts val="0"/>
              </a:spcBef>
              <a:spcAft>
                <a:spcPts val="0"/>
              </a:spcAft>
              <a:buClr>
                <a:srgbClr val="242424"/>
              </a:buClr>
              <a:buSzPts val="1200"/>
              <a:buFont typeface="Arial"/>
              <a:buChar char="•"/>
            </a:pPr>
            <a:r>
              <a:rPr b="0" i="0" lang="th" sz="1200" u="none" cap="none" strike="noStrike">
                <a:solidFill>
                  <a:srgbClr val="242424"/>
                </a:solidFill>
                <a:latin typeface="Arial"/>
                <a:ea typeface="Arial"/>
                <a:cs typeface="Arial"/>
                <a:sym typeface="Arial"/>
              </a:rPr>
              <a:t>Preprocessing: PCD/LAS conversion, filtering, rotation, and coordinate alignment with labels.</a:t>
            </a:r>
            <a:endParaRPr sz="1100"/>
          </a:p>
          <a:p>
            <a:pPr indent="-165100" lvl="0" marL="254000" marR="0" rtl="0" algn="l">
              <a:lnSpc>
                <a:spcPct val="115000"/>
              </a:lnSpc>
              <a:spcBef>
                <a:spcPts val="0"/>
              </a:spcBef>
              <a:spcAft>
                <a:spcPts val="0"/>
              </a:spcAft>
              <a:buClr>
                <a:srgbClr val="242424"/>
              </a:buClr>
              <a:buSzPts val="1200"/>
              <a:buFont typeface="Arial"/>
              <a:buChar char="•"/>
            </a:pPr>
            <a:r>
              <a:rPr b="0" i="0" lang="th" sz="1200" u="none" cap="none" strike="noStrike">
                <a:solidFill>
                  <a:srgbClr val="242424"/>
                </a:solidFill>
                <a:latin typeface="Arial"/>
                <a:ea typeface="Arial"/>
                <a:cs typeface="Arial"/>
                <a:sym typeface="Arial"/>
              </a:rPr>
              <a:t>Train/validation/test split will be performed by plot to prevent leakage.</a:t>
            </a:r>
            <a:endParaRPr sz="1100"/>
          </a:p>
          <a:p>
            <a:pPr indent="-165100" lvl="0" marL="254000" marR="0" rtl="0" algn="l">
              <a:lnSpc>
                <a:spcPct val="115000"/>
              </a:lnSpc>
              <a:spcBef>
                <a:spcPts val="0"/>
              </a:spcBef>
              <a:spcAft>
                <a:spcPts val="0"/>
              </a:spcAft>
              <a:buClr>
                <a:srgbClr val="242424"/>
              </a:buClr>
              <a:buSzPts val="1200"/>
              <a:buFont typeface="Arial"/>
              <a:buChar char="•"/>
            </a:pPr>
            <a:r>
              <a:rPr b="0" i="0" lang="th" sz="1200" u="none" cap="none" strike="noStrike">
                <a:solidFill>
                  <a:srgbClr val="242424"/>
                </a:solidFill>
                <a:latin typeface="Arial"/>
                <a:ea typeface="Arial"/>
                <a:cs typeface="Arial"/>
                <a:sym typeface="Arial"/>
              </a:rPr>
              <a:t>The same split seed, image size, pixel size, bounding-box size, and augmentation policy will be used for fair comparison.</a:t>
            </a:r>
            <a:endParaRPr sz="1100"/>
          </a:p>
        </p:txBody>
      </p:sp>
      <p:sp>
        <p:nvSpPr>
          <p:cNvPr id="255" name="Google Shape;255;p34"/>
          <p:cNvSpPr txBox="1"/>
          <p:nvPr/>
        </p:nvSpPr>
        <p:spPr>
          <a:xfrm>
            <a:off x="8325000" y="4740000"/>
            <a:ext cx="450000" cy="165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th" sz="800">
                <a:solidFill>
                  <a:srgbClr val="7A7A7A"/>
                </a:solidFill>
              </a:rPr>
              <a:t>10</a:t>
            </a:r>
            <a:endParaRPr sz="1100"/>
          </a:p>
        </p:txBody>
      </p:sp>
      <p:sp>
        <p:nvSpPr>
          <p:cNvPr id="256" name="Google Shape;256;p34"/>
          <p:cNvSpPr txBox="1"/>
          <p:nvPr>
            <p:ph type="title"/>
          </p:nvPr>
        </p:nvSpPr>
        <p:spPr>
          <a:xfrm>
            <a:off x="628650" y="211498"/>
            <a:ext cx="6858900" cy="36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b="1" lang="th" sz="1800"/>
              <a:t>Dataset and Controls</a:t>
            </a:r>
            <a:endParaRPr b="1" sz="1800"/>
          </a:p>
        </p:txBody>
      </p:sp>
      <p:pic>
        <p:nvPicPr>
          <p:cNvPr id="257" name="Google Shape;257;p34"/>
          <p:cNvPicPr preferRelativeResize="0"/>
          <p:nvPr/>
        </p:nvPicPr>
        <p:blipFill rotWithShape="1">
          <a:blip r:embed="rId3">
            <a:alphaModFix/>
          </a:blip>
          <a:srcRect b="6336" l="6476" r="12171" t="15831"/>
          <a:stretch/>
        </p:blipFill>
        <p:spPr>
          <a:xfrm>
            <a:off x="1632850" y="2797100"/>
            <a:ext cx="2062001" cy="1151375"/>
          </a:xfrm>
          <a:prstGeom prst="rect">
            <a:avLst/>
          </a:prstGeom>
          <a:noFill/>
          <a:ln>
            <a:noFill/>
          </a:ln>
        </p:spPr>
      </p:pic>
      <p:pic>
        <p:nvPicPr>
          <p:cNvPr id="258" name="Google Shape;258;p34"/>
          <p:cNvPicPr preferRelativeResize="0"/>
          <p:nvPr/>
        </p:nvPicPr>
        <p:blipFill>
          <a:blip r:embed="rId4">
            <a:alphaModFix/>
          </a:blip>
          <a:stretch>
            <a:fillRect/>
          </a:stretch>
        </p:blipFill>
        <p:spPr>
          <a:xfrm>
            <a:off x="3828850" y="2797100"/>
            <a:ext cx="2142255" cy="1151375"/>
          </a:xfrm>
          <a:prstGeom prst="rect">
            <a:avLst/>
          </a:prstGeom>
          <a:noFill/>
          <a:ln>
            <a:noFill/>
          </a:ln>
        </p:spPr>
      </p:pic>
      <p:pic>
        <p:nvPicPr>
          <p:cNvPr id="259" name="Google Shape;259;p34"/>
          <p:cNvPicPr preferRelativeResize="0"/>
          <p:nvPr/>
        </p:nvPicPr>
        <p:blipFill rotWithShape="1">
          <a:blip r:embed="rId5">
            <a:alphaModFix/>
          </a:blip>
          <a:srcRect b="4817" l="4922" r="4922" t="4817"/>
          <a:stretch/>
        </p:blipFill>
        <p:spPr>
          <a:xfrm>
            <a:off x="6105100" y="2784300"/>
            <a:ext cx="2222447" cy="1151375"/>
          </a:xfrm>
          <a:prstGeom prst="rect">
            <a:avLst/>
          </a:prstGeom>
          <a:noFill/>
          <a:ln>
            <a:noFill/>
          </a:ln>
        </p:spPr>
      </p:pic>
      <p:pic>
        <p:nvPicPr>
          <p:cNvPr id="260" name="Google Shape;260;p34"/>
          <p:cNvPicPr preferRelativeResize="0"/>
          <p:nvPr/>
        </p:nvPicPr>
        <p:blipFill rotWithShape="1">
          <a:blip r:embed="rId3">
            <a:alphaModFix/>
          </a:blip>
          <a:srcRect b="6336" l="6476" r="12171" t="15831"/>
          <a:stretch/>
        </p:blipFill>
        <p:spPr>
          <a:xfrm>
            <a:off x="1382800" y="2939600"/>
            <a:ext cx="2062001" cy="1151375"/>
          </a:xfrm>
          <a:prstGeom prst="rect">
            <a:avLst/>
          </a:prstGeom>
          <a:noFill/>
          <a:ln>
            <a:noFill/>
          </a:ln>
        </p:spPr>
      </p:pic>
      <p:pic>
        <p:nvPicPr>
          <p:cNvPr id="261" name="Google Shape;261;p34"/>
          <p:cNvPicPr preferRelativeResize="0"/>
          <p:nvPr/>
        </p:nvPicPr>
        <p:blipFill>
          <a:blip r:embed="rId4">
            <a:alphaModFix/>
          </a:blip>
          <a:stretch>
            <a:fillRect/>
          </a:stretch>
        </p:blipFill>
        <p:spPr>
          <a:xfrm>
            <a:off x="3578800" y="2939600"/>
            <a:ext cx="2142255" cy="1151375"/>
          </a:xfrm>
          <a:prstGeom prst="rect">
            <a:avLst/>
          </a:prstGeom>
          <a:noFill/>
          <a:ln>
            <a:noFill/>
          </a:ln>
        </p:spPr>
      </p:pic>
      <p:pic>
        <p:nvPicPr>
          <p:cNvPr id="262" name="Google Shape;262;p34"/>
          <p:cNvPicPr preferRelativeResize="0"/>
          <p:nvPr/>
        </p:nvPicPr>
        <p:blipFill rotWithShape="1">
          <a:blip r:embed="rId5">
            <a:alphaModFix/>
          </a:blip>
          <a:srcRect b="4817" l="4922" r="4922" t="4817"/>
          <a:stretch/>
        </p:blipFill>
        <p:spPr>
          <a:xfrm>
            <a:off x="5855050" y="2926800"/>
            <a:ext cx="2222447" cy="1151375"/>
          </a:xfrm>
          <a:prstGeom prst="rect">
            <a:avLst/>
          </a:prstGeom>
          <a:noFill/>
          <a:ln>
            <a:noFill/>
          </a:ln>
        </p:spPr>
      </p:pic>
      <p:pic>
        <p:nvPicPr>
          <p:cNvPr id="263" name="Google Shape;263;p34"/>
          <p:cNvPicPr preferRelativeResize="0"/>
          <p:nvPr/>
        </p:nvPicPr>
        <p:blipFill rotWithShape="1">
          <a:blip r:embed="rId3">
            <a:alphaModFix/>
          </a:blip>
          <a:srcRect b="6336" l="6476" r="12171" t="15831"/>
          <a:stretch/>
        </p:blipFill>
        <p:spPr>
          <a:xfrm>
            <a:off x="1224650" y="3112350"/>
            <a:ext cx="2062001" cy="1151375"/>
          </a:xfrm>
          <a:prstGeom prst="rect">
            <a:avLst/>
          </a:prstGeom>
          <a:noFill/>
          <a:ln>
            <a:noFill/>
          </a:ln>
        </p:spPr>
      </p:pic>
      <p:pic>
        <p:nvPicPr>
          <p:cNvPr id="264" name="Google Shape;264;p34"/>
          <p:cNvPicPr preferRelativeResize="0"/>
          <p:nvPr/>
        </p:nvPicPr>
        <p:blipFill>
          <a:blip r:embed="rId4">
            <a:alphaModFix/>
          </a:blip>
          <a:stretch>
            <a:fillRect/>
          </a:stretch>
        </p:blipFill>
        <p:spPr>
          <a:xfrm>
            <a:off x="3420650" y="3112350"/>
            <a:ext cx="2142255" cy="1151375"/>
          </a:xfrm>
          <a:prstGeom prst="rect">
            <a:avLst/>
          </a:prstGeom>
          <a:noFill/>
          <a:ln>
            <a:noFill/>
          </a:ln>
        </p:spPr>
      </p:pic>
      <p:pic>
        <p:nvPicPr>
          <p:cNvPr id="265" name="Google Shape;265;p34"/>
          <p:cNvPicPr preferRelativeResize="0"/>
          <p:nvPr/>
        </p:nvPicPr>
        <p:blipFill rotWithShape="1">
          <a:blip r:embed="rId5">
            <a:alphaModFix/>
          </a:blip>
          <a:srcRect b="4817" l="4922" r="4922" t="4817"/>
          <a:stretch/>
        </p:blipFill>
        <p:spPr>
          <a:xfrm>
            <a:off x="5696900" y="3099550"/>
            <a:ext cx="2222447" cy="1151375"/>
          </a:xfrm>
          <a:prstGeom prst="rect">
            <a:avLst/>
          </a:prstGeom>
          <a:noFill/>
          <a:ln>
            <a:noFill/>
          </a:ln>
        </p:spPr>
      </p:pic>
      <p:pic>
        <p:nvPicPr>
          <p:cNvPr id="266" name="Google Shape;266;p34"/>
          <p:cNvPicPr preferRelativeResize="0"/>
          <p:nvPr/>
        </p:nvPicPr>
        <p:blipFill rotWithShape="1">
          <a:blip r:embed="rId3">
            <a:alphaModFix/>
          </a:blip>
          <a:srcRect b="6336" l="6476" r="12171" t="15831"/>
          <a:stretch/>
        </p:blipFill>
        <p:spPr>
          <a:xfrm>
            <a:off x="995150" y="3264750"/>
            <a:ext cx="2062001" cy="1151375"/>
          </a:xfrm>
          <a:prstGeom prst="rect">
            <a:avLst/>
          </a:prstGeom>
          <a:noFill/>
          <a:ln>
            <a:noFill/>
          </a:ln>
        </p:spPr>
      </p:pic>
      <p:pic>
        <p:nvPicPr>
          <p:cNvPr id="267" name="Google Shape;267;p34"/>
          <p:cNvPicPr preferRelativeResize="0"/>
          <p:nvPr/>
        </p:nvPicPr>
        <p:blipFill>
          <a:blip r:embed="rId4">
            <a:alphaModFix/>
          </a:blip>
          <a:stretch>
            <a:fillRect/>
          </a:stretch>
        </p:blipFill>
        <p:spPr>
          <a:xfrm>
            <a:off x="3191150" y="3264750"/>
            <a:ext cx="2142255" cy="1151375"/>
          </a:xfrm>
          <a:prstGeom prst="rect">
            <a:avLst/>
          </a:prstGeom>
          <a:noFill/>
          <a:ln>
            <a:noFill/>
          </a:ln>
        </p:spPr>
      </p:pic>
      <p:pic>
        <p:nvPicPr>
          <p:cNvPr id="268" name="Google Shape;268;p34"/>
          <p:cNvPicPr preferRelativeResize="0"/>
          <p:nvPr/>
        </p:nvPicPr>
        <p:blipFill rotWithShape="1">
          <a:blip r:embed="rId5">
            <a:alphaModFix/>
          </a:blip>
          <a:srcRect b="4817" l="4922" r="4922" t="4817"/>
          <a:stretch/>
        </p:blipFill>
        <p:spPr>
          <a:xfrm>
            <a:off x="5467400" y="3251950"/>
            <a:ext cx="2222447" cy="11513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5"/>
          <p:cNvSpPr txBox="1"/>
          <p:nvPr/>
        </p:nvSpPr>
        <p:spPr>
          <a:xfrm>
            <a:off x="8325000" y="4740000"/>
            <a:ext cx="450000" cy="165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th" sz="800">
                <a:solidFill>
                  <a:srgbClr val="7A7A7A"/>
                </a:solidFill>
              </a:rPr>
              <a:t>11</a:t>
            </a:r>
            <a:endParaRPr sz="1100"/>
          </a:p>
        </p:txBody>
      </p:sp>
      <p:sp>
        <p:nvSpPr>
          <p:cNvPr id="274" name="Google Shape;274;p35"/>
          <p:cNvSpPr txBox="1"/>
          <p:nvPr>
            <p:ph type="title"/>
          </p:nvPr>
        </p:nvSpPr>
        <p:spPr>
          <a:xfrm>
            <a:off x="628650" y="211498"/>
            <a:ext cx="6858900" cy="36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b="1" lang="th" sz="1800"/>
              <a:t>Methodology: Data Preparation</a:t>
            </a:r>
            <a:endParaRPr b="1" sz="1800"/>
          </a:p>
        </p:txBody>
      </p:sp>
      <p:sp>
        <p:nvSpPr>
          <p:cNvPr id="275" name="Google Shape;275;p35"/>
          <p:cNvSpPr/>
          <p:nvPr/>
        </p:nvSpPr>
        <p:spPr>
          <a:xfrm>
            <a:off x="962275" y="1789050"/>
            <a:ext cx="3373500" cy="2181900"/>
          </a:xfrm>
          <a:prstGeom prst="roundRect">
            <a:avLst>
              <a:gd fmla="val 16667" name="adj"/>
            </a:avLst>
          </a:prstGeom>
          <a:solidFill>
            <a:srgbClr val="DE5C8E"/>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th" sz="1050">
                <a:solidFill>
                  <a:schemeClr val="lt1"/>
                </a:solidFill>
              </a:rPr>
              <a:t>1.1 Point Cloud Standardization</a:t>
            </a:r>
            <a:endParaRPr b="1" sz="1050">
              <a:solidFill>
                <a:schemeClr val="lt1"/>
              </a:solidFill>
            </a:endParaRPr>
          </a:p>
          <a:p>
            <a:pPr indent="0" lvl="0" marL="0" rtl="0" algn="l">
              <a:lnSpc>
                <a:spcPct val="115000"/>
              </a:lnSpc>
              <a:spcBef>
                <a:spcPts val="1200"/>
              </a:spcBef>
              <a:spcAft>
                <a:spcPts val="0"/>
              </a:spcAft>
              <a:buClr>
                <a:schemeClr val="dk1"/>
              </a:buClr>
              <a:buSzPts val="1100"/>
              <a:buFont typeface="Arial"/>
              <a:buNone/>
            </a:pPr>
            <a:r>
              <a:rPr b="1" lang="th" sz="1050">
                <a:solidFill>
                  <a:schemeClr val="lt1"/>
                </a:solidFill>
              </a:rPr>
              <a:t>Input:</a:t>
            </a:r>
            <a:r>
              <a:rPr lang="th" sz="1050">
                <a:solidFill>
                  <a:schemeClr val="lt1"/>
                </a:solidFill>
              </a:rPr>
              <a:t> Raw PCD/LAS point clouds and ground-truth CSV files.</a:t>
            </a:r>
            <a:endParaRPr sz="1050">
              <a:solidFill>
                <a:schemeClr val="lt1"/>
              </a:solidFill>
            </a:endParaRPr>
          </a:p>
          <a:p>
            <a:pPr indent="0" lvl="0" marL="0" rtl="0" algn="l">
              <a:lnSpc>
                <a:spcPct val="115000"/>
              </a:lnSpc>
              <a:spcBef>
                <a:spcPts val="1200"/>
              </a:spcBef>
              <a:spcAft>
                <a:spcPts val="1200"/>
              </a:spcAft>
              <a:buNone/>
            </a:pPr>
            <a:r>
              <a:rPr lang="th" sz="1050">
                <a:solidFill>
                  <a:schemeClr val="lt1"/>
                </a:solidFill>
              </a:rPr>
              <a:t>Convert source scans into a consistent LAS-based workflow, apply filtering and rotation, and align the coordinate system with tree-location labels.</a:t>
            </a:r>
            <a:endParaRPr>
              <a:solidFill>
                <a:schemeClr val="lt1"/>
              </a:solidFill>
              <a:latin typeface="Calibri"/>
              <a:ea typeface="Calibri"/>
              <a:cs typeface="Calibri"/>
              <a:sym typeface="Calibri"/>
            </a:endParaRPr>
          </a:p>
        </p:txBody>
      </p:sp>
      <p:sp>
        <p:nvSpPr>
          <p:cNvPr id="276" name="Google Shape;276;p35"/>
          <p:cNvSpPr/>
          <p:nvPr/>
        </p:nvSpPr>
        <p:spPr>
          <a:xfrm>
            <a:off x="4951500" y="1789050"/>
            <a:ext cx="3373500" cy="2181900"/>
          </a:xfrm>
          <a:prstGeom prst="roundRect">
            <a:avLst>
              <a:gd fmla="val 16667" name="adj"/>
            </a:avLst>
          </a:prstGeom>
          <a:solidFill>
            <a:srgbClr val="DE5C8E"/>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th" sz="1050">
                <a:solidFill>
                  <a:schemeClr val="lt1"/>
                </a:solidFill>
              </a:rPr>
              <a:t>1.2 Ground Normalization and Dataset Split</a:t>
            </a:r>
            <a:endParaRPr b="1" sz="1050">
              <a:solidFill>
                <a:schemeClr val="lt1"/>
              </a:solidFill>
            </a:endParaRPr>
          </a:p>
          <a:p>
            <a:pPr indent="0" lvl="0" marL="0" rtl="0" algn="l">
              <a:lnSpc>
                <a:spcPct val="115000"/>
              </a:lnSpc>
              <a:spcBef>
                <a:spcPts val="1200"/>
              </a:spcBef>
              <a:spcAft>
                <a:spcPts val="0"/>
              </a:spcAft>
              <a:buNone/>
            </a:pPr>
            <a:r>
              <a:rPr b="1" lang="th" sz="1050">
                <a:solidFill>
                  <a:schemeClr val="lt1"/>
                </a:solidFill>
              </a:rPr>
              <a:t>Input: </a:t>
            </a:r>
            <a:r>
              <a:rPr lang="th" sz="1050">
                <a:solidFill>
                  <a:schemeClr val="lt1"/>
                </a:solidFill>
              </a:rPr>
              <a:t>Standardized plot point clouds.</a:t>
            </a:r>
            <a:endParaRPr sz="1050">
              <a:solidFill>
                <a:schemeClr val="lt1"/>
              </a:solidFill>
            </a:endParaRPr>
          </a:p>
          <a:p>
            <a:pPr indent="0" lvl="0" marL="0" rtl="0" algn="l">
              <a:lnSpc>
                <a:spcPct val="115000"/>
              </a:lnSpc>
              <a:spcBef>
                <a:spcPts val="1200"/>
              </a:spcBef>
              <a:spcAft>
                <a:spcPts val="1200"/>
              </a:spcAft>
              <a:buNone/>
            </a:pPr>
            <a:r>
              <a:rPr lang="th" sz="1050">
                <a:solidFill>
                  <a:schemeClr val="lt1"/>
                </a:solidFill>
              </a:rPr>
              <a:t>Estimate the local ground surface, compute height above ground for each point, and split the 12 plots into train/validation/test sets at plot level.</a:t>
            </a:r>
            <a:endParaRPr sz="1050">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6"/>
          <p:cNvSpPr txBox="1"/>
          <p:nvPr/>
        </p:nvSpPr>
        <p:spPr>
          <a:xfrm>
            <a:off x="8325000" y="4740000"/>
            <a:ext cx="450000" cy="165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th" sz="800">
                <a:solidFill>
                  <a:srgbClr val="7A7A7A"/>
                </a:solidFill>
              </a:rPr>
              <a:t>12-1</a:t>
            </a:r>
            <a:endParaRPr sz="1100"/>
          </a:p>
        </p:txBody>
      </p:sp>
      <p:sp>
        <p:nvSpPr>
          <p:cNvPr id="282" name="Google Shape;282;p36"/>
          <p:cNvSpPr txBox="1"/>
          <p:nvPr>
            <p:ph type="title"/>
          </p:nvPr>
        </p:nvSpPr>
        <p:spPr>
          <a:xfrm>
            <a:off x="628650" y="211498"/>
            <a:ext cx="6858900" cy="36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b="1" lang="th" sz="1800"/>
              <a:t>Methodology: Feature Rasterization</a:t>
            </a:r>
            <a:endParaRPr b="1" sz="1800"/>
          </a:p>
        </p:txBody>
      </p:sp>
      <p:sp>
        <p:nvSpPr>
          <p:cNvPr id="283" name="Google Shape;283;p36"/>
          <p:cNvSpPr/>
          <p:nvPr/>
        </p:nvSpPr>
        <p:spPr>
          <a:xfrm>
            <a:off x="915075" y="1480800"/>
            <a:ext cx="3373500" cy="2181900"/>
          </a:xfrm>
          <a:prstGeom prst="roundRect">
            <a:avLst>
              <a:gd fmla="val 16667" name="adj"/>
            </a:avLst>
          </a:prstGeom>
          <a:solidFill>
            <a:srgbClr val="DE5C8E"/>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th" sz="1050">
                <a:solidFill>
                  <a:schemeClr val="lt1"/>
                </a:solidFill>
              </a:rPr>
              <a:t>2.1 Density and Height Channels</a:t>
            </a:r>
            <a:endParaRPr b="1" sz="1050">
              <a:solidFill>
                <a:schemeClr val="lt1"/>
              </a:solidFill>
            </a:endParaRPr>
          </a:p>
          <a:p>
            <a:pPr indent="0" lvl="0" marL="0" rtl="0" algn="l">
              <a:lnSpc>
                <a:spcPct val="115000"/>
              </a:lnSpc>
              <a:spcBef>
                <a:spcPts val="1200"/>
              </a:spcBef>
              <a:spcAft>
                <a:spcPts val="0"/>
              </a:spcAft>
              <a:buNone/>
            </a:pPr>
            <a:r>
              <a:rPr b="1" lang="th" sz="1050">
                <a:solidFill>
                  <a:schemeClr val="lt1"/>
                </a:solidFill>
              </a:rPr>
              <a:t>Input: </a:t>
            </a:r>
            <a:r>
              <a:rPr lang="th" sz="1050">
                <a:solidFill>
                  <a:schemeClr val="lt1"/>
                </a:solidFill>
              </a:rPr>
              <a:t>Ground-normalized point cloud.</a:t>
            </a:r>
            <a:endParaRPr sz="1050">
              <a:solidFill>
                <a:schemeClr val="lt1"/>
              </a:solidFill>
            </a:endParaRPr>
          </a:p>
          <a:p>
            <a:pPr indent="0" lvl="0" marL="0" rtl="0" algn="l">
              <a:lnSpc>
                <a:spcPct val="115000"/>
              </a:lnSpc>
              <a:spcBef>
                <a:spcPts val="1200"/>
              </a:spcBef>
              <a:spcAft>
                <a:spcPts val="1200"/>
              </a:spcAft>
              <a:buNone/>
            </a:pPr>
            <a:r>
              <a:rPr lang="th" sz="1050">
                <a:solidFill>
                  <a:schemeClr val="lt1"/>
                </a:solidFill>
              </a:rPr>
              <a:t>Rasterize the plot into a top-view grid. The density channel counts points per cell, while the hag_p95 channel captures the 95th percentile of height above ground.</a:t>
            </a:r>
            <a:endParaRPr sz="1050">
              <a:solidFill>
                <a:schemeClr val="lt1"/>
              </a:solidFill>
            </a:endParaRPr>
          </a:p>
        </p:txBody>
      </p:sp>
      <p:pic>
        <p:nvPicPr>
          <p:cNvPr id="284" name="Google Shape;284;p36"/>
          <p:cNvPicPr preferRelativeResize="0"/>
          <p:nvPr/>
        </p:nvPicPr>
        <p:blipFill>
          <a:blip r:embed="rId3">
            <a:alphaModFix/>
          </a:blip>
          <a:stretch>
            <a:fillRect/>
          </a:stretch>
        </p:blipFill>
        <p:spPr>
          <a:xfrm>
            <a:off x="6804675" y="1750225"/>
            <a:ext cx="1643050" cy="1643050"/>
          </a:xfrm>
          <a:prstGeom prst="rect">
            <a:avLst/>
          </a:prstGeom>
          <a:noFill/>
          <a:ln>
            <a:noFill/>
          </a:ln>
        </p:spPr>
      </p:pic>
      <p:pic>
        <p:nvPicPr>
          <p:cNvPr id="285" name="Google Shape;285;p36"/>
          <p:cNvPicPr preferRelativeResize="0"/>
          <p:nvPr/>
        </p:nvPicPr>
        <p:blipFill>
          <a:blip r:embed="rId4">
            <a:alphaModFix/>
          </a:blip>
          <a:stretch>
            <a:fillRect/>
          </a:stretch>
        </p:blipFill>
        <p:spPr>
          <a:xfrm>
            <a:off x="4799200" y="1750225"/>
            <a:ext cx="1643050" cy="16430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7"/>
          <p:cNvSpPr txBox="1"/>
          <p:nvPr/>
        </p:nvSpPr>
        <p:spPr>
          <a:xfrm>
            <a:off x="8325000" y="4740000"/>
            <a:ext cx="450000" cy="165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th" sz="800">
                <a:solidFill>
                  <a:srgbClr val="7A7A7A"/>
                </a:solidFill>
              </a:rPr>
              <a:t>12-2</a:t>
            </a:r>
            <a:endParaRPr sz="800">
              <a:solidFill>
                <a:srgbClr val="7A7A7A"/>
              </a:solidFill>
            </a:endParaRPr>
          </a:p>
        </p:txBody>
      </p:sp>
      <p:sp>
        <p:nvSpPr>
          <p:cNvPr id="291" name="Google Shape;291;p37"/>
          <p:cNvSpPr txBox="1"/>
          <p:nvPr>
            <p:ph type="title"/>
          </p:nvPr>
        </p:nvSpPr>
        <p:spPr>
          <a:xfrm>
            <a:off x="628650" y="211498"/>
            <a:ext cx="6858900" cy="36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b="1" lang="th" sz="1800"/>
              <a:t>Methodology: Feature Rasterization</a:t>
            </a:r>
            <a:endParaRPr b="1" sz="1800"/>
          </a:p>
        </p:txBody>
      </p:sp>
      <p:sp>
        <p:nvSpPr>
          <p:cNvPr id="292" name="Google Shape;292;p37"/>
          <p:cNvSpPr/>
          <p:nvPr/>
        </p:nvSpPr>
        <p:spPr>
          <a:xfrm>
            <a:off x="994775" y="1480800"/>
            <a:ext cx="3373500" cy="2181900"/>
          </a:xfrm>
          <a:prstGeom prst="roundRect">
            <a:avLst>
              <a:gd fmla="val 16667" name="adj"/>
            </a:avLst>
          </a:prstGeom>
          <a:solidFill>
            <a:srgbClr val="DE5C8E"/>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th" sz="1050">
                <a:solidFill>
                  <a:schemeClr val="lt1"/>
                </a:solidFill>
              </a:rPr>
              <a:t>2.2 Breast-height Evidence Channel</a:t>
            </a:r>
            <a:endParaRPr b="1" sz="1050">
              <a:solidFill>
                <a:schemeClr val="lt1"/>
              </a:solidFill>
            </a:endParaRPr>
          </a:p>
          <a:p>
            <a:pPr indent="0" lvl="0" marL="0" rtl="0" algn="l">
              <a:lnSpc>
                <a:spcPct val="115000"/>
              </a:lnSpc>
              <a:spcBef>
                <a:spcPts val="1200"/>
              </a:spcBef>
              <a:spcAft>
                <a:spcPts val="0"/>
              </a:spcAft>
              <a:buNone/>
            </a:pPr>
            <a:r>
              <a:rPr b="1" lang="th" sz="1050">
                <a:solidFill>
                  <a:schemeClr val="lt1"/>
                </a:solidFill>
              </a:rPr>
              <a:t>Input: </a:t>
            </a:r>
            <a:r>
              <a:rPr lang="th" sz="1050">
                <a:solidFill>
                  <a:schemeClr val="lt1"/>
                </a:solidFill>
              </a:rPr>
              <a:t>Height-above-ground point cloud.</a:t>
            </a:r>
            <a:endParaRPr sz="1050">
              <a:solidFill>
                <a:schemeClr val="lt1"/>
              </a:solidFill>
            </a:endParaRPr>
          </a:p>
          <a:p>
            <a:pPr indent="0" lvl="0" marL="0" rtl="0" algn="l">
              <a:lnSpc>
                <a:spcPct val="115000"/>
              </a:lnSpc>
              <a:spcBef>
                <a:spcPts val="1200"/>
              </a:spcBef>
              <a:spcAft>
                <a:spcPts val="1200"/>
              </a:spcAft>
              <a:buNone/>
            </a:pPr>
            <a:r>
              <a:rPr lang="th" sz="1050">
                <a:solidFill>
                  <a:schemeClr val="lt1"/>
                </a:solidFill>
              </a:rPr>
              <a:t>Count points in the 1.0-1.6 m band to create dbh_band_density, emphasizing stem evidence near breast height.</a:t>
            </a:r>
            <a:endParaRPr sz="1050">
              <a:solidFill>
                <a:schemeClr val="lt1"/>
              </a:solidFill>
            </a:endParaRPr>
          </a:p>
        </p:txBody>
      </p:sp>
      <p:pic>
        <p:nvPicPr>
          <p:cNvPr id="293" name="Google Shape;293;p37"/>
          <p:cNvPicPr preferRelativeResize="0"/>
          <p:nvPr/>
        </p:nvPicPr>
        <p:blipFill>
          <a:blip r:embed="rId3">
            <a:alphaModFix/>
          </a:blip>
          <a:stretch>
            <a:fillRect/>
          </a:stretch>
        </p:blipFill>
        <p:spPr>
          <a:xfrm>
            <a:off x="4605451" y="3411408"/>
            <a:ext cx="2267927" cy="1285856"/>
          </a:xfrm>
          <a:prstGeom prst="rect">
            <a:avLst/>
          </a:prstGeom>
          <a:noFill/>
          <a:ln>
            <a:noFill/>
          </a:ln>
        </p:spPr>
      </p:pic>
      <p:pic>
        <p:nvPicPr>
          <p:cNvPr id="294" name="Google Shape;294;p37"/>
          <p:cNvPicPr preferRelativeResize="0"/>
          <p:nvPr/>
        </p:nvPicPr>
        <p:blipFill>
          <a:blip r:embed="rId4">
            <a:alphaModFix/>
          </a:blip>
          <a:stretch>
            <a:fillRect/>
          </a:stretch>
        </p:blipFill>
        <p:spPr>
          <a:xfrm>
            <a:off x="6226675" y="2984139"/>
            <a:ext cx="2150376" cy="1068900"/>
          </a:xfrm>
          <a:prstGeom prst="rect">
            <a:avLst/>
          </a:prstGeom>
          <a:noFill/>
          <a:ln>
            <a:noFill/>
          </a:ln>
        </p:spPr>
      </p:pic>
      <p:pic>
        <p:nvPicPr>
          <p:cNvPr id="295" name="Google Shape;295;p37"/>
          <p:cNvPicPr preferRelativeResize="0"/>
          <p:nvPr/>
        </p:nvPicPr>
        <p:blipFill>
          <a:blip r:embed="rId5">
            <a:alphaModFix/>
          </a:blip>
          <a:stretch>
            <a:fillRect/>
          </a:stretch>
        </p:blipFill>
        <p:spPr>
          <a:xfrm>
            <a:off x="4771478" y="1026848"/>
            <a:ext cx="3373500" cy="183308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8"/>
          <p:cNvSpPr txBox="1"/>
          <p:nvPr/>
        </p:nvSpPr>
        <p:spPr>
          <a:xfrm>
            <a:off x="8325000" y="4740000"/>
            <a:ext cx="450000" cy="165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th" sz="800">
                <a:solidFill>
                  <a:srgbClr val="7A7A7A"/>
                </a:solidFill>
              </a:rPr>
              <a:t>13</a:t>
            </a:r>
            <a:endParaRPr sz="1100"/>
          </a:p>
        </p:txBody>
      </p:sp>
      <p:sp>
        <p:nvSpPr>
          <p:cNvPr id="301" name="Google Shape;301;p38"/>
          <p:cNvSpPr txBox="1"/>
          <p:nvPr>
            <p:ph type="title"/>
          </p:nvPr>
        </p:nvSpPr>
        <p:spPr>
          <a:xfrm>
            <a:off x="628650" y="211498"/>
            <a:ext cx="6858900" cy="36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b="1" lang="th" sz="1800"/>
              <a:t>Methodology: Individual Tree Segmentation</a:t>
            </a:r>
            <a:endParaRPr b="1" sz="1800"/>
          </a:p>
        </p:txBody>
      </p:sp>
      <p:sp>
        <p:nvSpPr>
          <p:cNvPr id="302" name="Google Shape;302;p38"/>
          <p:cNvSpPr/>
          <p:nvPr/>
        </p:nvSpPr>
        <p:spPr>
          <a:xfrm>
            <a:off x="962275" y="891925"/>
            <a:ext cx="3373500" cy="2181900"/>
          </a:xfrm>
          <a:prstGeom prst="roundRect">
            <a:avLst>
              <a:gd fmla="val 16667" name="adj"/>
            </a:avLst>
          </a:prstGeom>
          <a:solidFill>
            <a:srgbClr val="DE5C8E"/>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th" sz="1050">
                <a:solidFill>
                  <a:schemeClr val="lt1"/>
                </a:solidFill>
              </a:rPr>
              <a:t>3.1 Multi-channel CNN/YOLO</a:t>
            </a:r>
            <a:endParaRPr b="1" sz="1050">
              <a:solidFill>
                <a:schemeClr val="lt1"/>
              </a:solidFill>
            </a:endParaRPr>
          </a:p>
          <a:p>
            <a:pPr indent="0" lvl="0" marL="0" rtl="0" algn="l">
              <a:lnSpc>
                <a:spcPct val="115000"/>
              </a:lnSpc>
              <a:spcBef>
                <a:spcPts val="1200"/>
              </a:spcBef>
              <a:spcAft>
                <a:spcPts val="0"/>
              </a:spcAft>
              <a:buNone/>
            </a:pPr>
            <a:r>
              <a:rPr b="1" lang="th" sz="1050">
                <a:solidFill>
                  <a:schemeClr val="lt1"/>
                </a:solidFill>
              </a:rPr>
              <a:t>Input: </a:t>
            </a:r>
            <a:r>
              <a:rPr lang="th" sz="1050">
                <a:solidFill>
                  <a:schemeClr val="lt1"/>
                </a:solidFill>
              </a:rPr>
              <a:t>Synthetic RGB raster and tree-location labels.</a:t>
            </a:r>
            <a:endParaRPr sz="1050">
              <a:solidFill>
                <a:schemeClr val="lt1"/>
              </a:solidFill>
            </a:endParaRPr>
          </a:p>
          <a:p>
            <a:pPr indent="0" lvl="0" marL="0" rtl="0" algn="l">
              <a:lnSpc>
                <a:spcPct val="115000"/>
              </a:lnSpc>
              <a:spcBef>
                <a:spcPts val="1200"/>
              </a:spcBef>
              <a:spcAft>
                <a:spcPts val="1200"/>
              </a:spcAft>
              <a:buNone/>
            </a:pPr>
            <a:r>
              <a:rPr lang="th" sz="1050">
                <a:solidFill>
                  <a:schemeClr val="lt1"/>
                </a:solidFill>
              </a:rPr>
              <a:t>Train a CNN/YOLO detector to predict tree centers or tree-level regions from density, vertical structure, and breast-height evidence.</a:t>
            </a:r>
            <a:endParaRPr sz="1050">
              <a:solidFill>
                <a:schemeClr val="lt1"/>
              </a:solidFill>
            </a:endParaRPr>
          </a:p>
        </p:txBody>
      </p:sp>
      <p:sp>
        <p:nvSpPr>
          <p:cNvPr id="303" name="Google Shape;303;p38"/>
          <p:cNvSpPr/>
          <p:nvPr/>
        </p:nvSpPr>
        <p:spPr>
          <a:xfrm>
            <a:off x="4951500" y="891925"/>
            <a:ext cx="3373500" cy="2181900"/>
          </a:xfrm>
          <a:prstGeom prst="roundRect">
            <a:avLst>
              <a:gd fmla="val 16667" name="adj"/>
            </a:avLst>
          </a:prstGeom>
          <a:solidFill>
            <a:srgbClr val="DE5C8E"/>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th" sz="1050">
                <a:solidFill>
                  <a:schemeClr val="lt1"/>
                </a:solidFill>
              </a:rPr>
              <a:t>3.2 Baseline and 3D Comparison</a:t>
            </a:r>
            <a:endParaRPr b="1" sz="1050">
              <a:solidFill>
                <a:schemeClr val="lt1"/>
              </a:solidFill>
            </a:endParaRPr>
          </a:p>
          <a:p>
            <a:pPr indent="0" lvl="0" marL="0" rtl="0" algn="l">
              <a:lnSpc>
                <a:spcPct val="115000"/>
              </a:lnSpc>
              <a:spcBef>
                <a:spcPts val="1200"/>
              </a:spcBef>
              <a:spcAft>
                <a:spcPts val="0"/>
              </a:spcAft>
              <a:buNone/>
            </a:pPr>
            <a:r>
              <a:rPr b="1" lang="th" sz="1050">
                <a:solidFill>
                  <a:schemeClr val="lt1"/>
                </a:solidFill>
              </a:rPr>
              <a:t>Input: </a:t>
            </a:r>
            <a:r>
              <a:rPr lang="th" sz="1050">
                <a:solidFill>
                  <a:schemeClr val="lt1"/>
                </a:solidFill>
              </a:rPr>
              <a:t>The same plot split and ground-truth labels.</a:t>
            </a:r>
            <a:endParaRPr sz="1050">
              <a:solidFill>
                <a:schemeClr val="lt1"/>
              </a:solidFill>
            </a:endParaRPr>
          </a:p>
          <a:p>
            <a:pPr indent="0" lvl="0" marL="0" rtl="0" algn="l">
              <a:lnSpc>
                <a:spcPct val="115000"/>
              </a:lnSpc>
              <a:spcBef>
                <a:spcPts val="1200"/>
              </a:spcBef>
              <a:spcAft>
                <a:spcPts val="1200"/>
              </a:spcAft>
              <a:buNone/>
            </a:pPr>
            <a:r>
              <a:rPr lang="th" sz="1050">
                <a:solidFill>
                  <a:schemeClr val="lt1"/>
                </a:solidFill>
              </a:rPr>
              <a:t>Compare the proposed multi-channel CNN with a single-channel density CNN, TreeLearn, and a point-cloud processing baseline.</a:t>
            </a:r>
            <a:endParaRPr sz="1050">
              <a:solidFill>
                <a:schemeClr val="lt1"/>
              </a:solidFill>
            </a:endParaRPr>
          </a:p>
        </p:txBody>
      </p:sp>
      <p:pic>
        <p:nvPicPr>
          <p:cNvPr id="304" name="Google Shape;304;p38"/>
          <p:cNvPicPr preferRelativeResize="0"/>
          <p:nvPr/>
        </p:nvPicPr>
        <p:blipFill>
          <a:blip r:embed="rId3">
            <a:alphaModFix/>
          </a:blip>
          <a:stretch>
            <a:fillRect/>
          </a:stretch>
        </p:blipFill>
        <p:spPr>
          <a:xfrm>
            <a:off x="807950" y="3204075"/>
            <a:ext cx="1764875" cy="1764875"/>
          </a:xfrm>
          <a:prstGeom prst="rect">
            <a:avLst/>
          </a:prstGeom>
          <a:noFill/>
          <a:ln>
            <a:noFill/>
          </a:ln>
        </p:spPr>
      </p:pic>
      <p:pic>
        <p:nvPicPr>
          <p:cNvPr id="305" name="Google Shape;305;p38"/>
          <p:cNvPicPr preferRelativeResize="0"/>
          <p:nvPr/>
        </p:nvPicPr>
        <p:blipFill>
          <a:blip r:embed="rId4">
            <a:alphaModFix/>
          </a:blip>
          <a:stretch>
            <a:fillRect/>
          </a:stretch>
        </p:blipFill>
        <p:spPr>
          <a:xfrm>
            <a:off x="2725225" y="3204075"/>
            <a:ext cx="1764875" cy="17648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9"/>
          <p:cNvSpPr txBox="1"/>
          <p:nvPr/>
        </p:nvSpPr>
        <p:spPr>
          <a:xfrm>
            <a:off x="8325000" y="4740000"/>
            <a:ext cx="450000" cy="165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th" sz="800">
                <a:solidFill>
                  <a:srgbClr val="7A7A7A"/>
                </a:solidFill>
              </a:rPr>
              <a:t>14</a:t>
            </a:r>
            <a:endParaRPr sz="1100"/>
          </a:p>
        </p:txBody>
      </p:sp>
      <p:sp>
        <p:nvSpPr>
          <p:cNvPr id="311" name="Google Shape;311;p39"/>
          <p:cNvSpPr txBox="1"/>
          <p:nvPr>
            <p:ph type="title"/>
          </p:nvPr>
        </p:nvSpPr>
        <p:spPr>
          <a:xfrm>
            <a:off x="628650" y="211498"/>
            <a:ext cx="6858900" cy="36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b="1" lang="th" sz="1800"/>
              <a:t>Methodology: DBH Extraction</a:t>
            </a:r>
            <a:endParaRPr b="1" sz="1800"/>
          </a:p>
        </p:txBody>
      </p:sp>
      <p:sp>
        <p:nvSpPr>
          <p:cNvPr id="312" name="Google Shape;312;p39"/>
          <p:cNvSpPr/>
          <p:nvPr/>
        </p:nvSpPr>
        <p:spPr>
          <a:xfrm>
            <a:off x="890638" y="1480800"/>
            <a:ext cx="3373500" cy="2181900"/>
          </a:xfrm>
          <a:prstGeom prst="roundRect">
            <a:avLst>
              <a:gd fmla="val 16667" name="adj"/>
            </a:avLst>
          </a:prstGeom>
          <a:solidFill>
            <a:srgbClr val="DE5C8E"/>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th" sz="1050">
                <a:solidFill>
                  <a:schemeClr val="lt1"/>
                </a:solidFill>
              </a:rPr>
              <a:t>4.1 Tree-level Point Crop</a:t>
            </a:r>
            <a:endParaRPr b="1" sz="1050">
              <a:solidFill>
                <a:schemeClr val="lt1"/>
              </a:solidFill>
            </a:endParaRPr>
          </a:p>
          <a:p>
            <a:pPr indent="0" lvl="0" marL="0" rtl="0" algn="l">
              <a:lnSpc>
                <a:spcPct val="115000"/>
              </a:lnSpc>
              <a:spcBef>
                <a:spcPts val="1200"/>
              </a:spcBef>
              <a:spcAft>
                <a:spcPts val="0"/>
              </a:spcAft>
              <a:buNone/>
            </a:pPr>
            <a:r>
              <a:rPr b="1" lang="th" sz="1050">
                <a:solidFill>
                  <a:schemeClr val="lt1"/>
                </a:solidFill>
              </a:rPr>
              <a:t>Input: </a:t>
            </a:r>
            <a:r>
              <a:rPr lang="th" sz="1050">
                <a:solidFill>
                  <a:schemeClr val="lt1"/>
                </a:solidFill>
              </a:rPr>
              <a:t>Predicted tree center/box and original point cloud.</a:t>
            </a:r>
            <a:endParaRPr sz="1050">
              <a:solidFill>
                <a:schemeClr val="lt1"/>
              </a:solidFill>
            </a:endParaRPr>
          </a:p>
          <a:p>
            <a:pPr indent="0" lvl="0" marL="0" rtl="0" algn="l">
              <a:lnSpc>
                <a:spcPct val="115000"/>
              </a:lnSpc>
              <a:spcBef>
                <a:spcPts val="1200"/>
              </a:spcBef>
              <a:spcAft>
                <a:spcPts val="1200"/>
              </a:spcAft>
              <a:buNone/>
            </a:pPr>
            <a:r>
              <a:rPr lang="th" sz="1050">
                <a:solidFill>
                  <a:schemeClr val="lt1"/>
                </a:solidFill>
              </a:rPr>
              <a:t>Collect candidate trunk points around each predicted tree, focusing on the breast-height band and nearby stem structure.</a:t>
            </a:r>
            <a:endParaRPr sz="1050">
              <a:solidFill>
                <a:schemeClr val="lt1"/>
              </a:solidFill>
            </a:endParaRPr>
          </a:p>
        </p:txBody>
      </p:sp>
      <p:sp>
        <p:nvSpPr>
          <p:cNvPr id="313" name="Google Shape;313;p39"/>
          <p:cNvSpPr/>
          <p:nvPr/>
        </p:nvSpPr>
        <p:spPr>
          <a:xfrm>
            <a:off x="4879863" y="1480800"/>
            <a:ext cx="3373500" cy="2181900"/>
          </a:xfrm>
          <a:prstGeom prst="roundRect">
            <a:avLst>
              <a:gd fmla="val 16667" name="adj"/>
            </a:avLst>
          </a:prstGeom>
          <a:solidFill>
            <a:srgbClr val="DE5C8E"/>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th" sz="1050">
                <a:solidFill>
                  <a:schemeClr val="lt1"/>
                </a:solidFill>
              </a:rPr>
              <a:t>4.2 Circle/Cylinder Fitting</a:t>
            </a:r>
            <a:endParaRPr b="1" sz="1050">
              <a:solidFill>
                <a:schemeClr val="lt1"/>
              </a:solidFill>
            </a:endParaRPr>
          </a:p>
          <a:p>
            <a:pPr indent="0" lvl="0" marL="0" rtl="0" algn="l">
              <a:lnSpc>
                <a:spcPct val="115000"/>
              </a:lnSpc>
              <a:spcBef>
                <a:spcPts val="1200"/>
              </a:spcBef>
              <a:spcAft>
                <a:spcPts val="0"/>
              </a:spcAft>
              <a:buNone/>
            </a:pPr>
            <a:r>
              <a:rPr b="1" lang="th" sz="1050">
                <a:solidFill>
                  <a:schemeClr val="lt1"/>
                </a:solidFill>
              </a:rPr>
              <a:t>Input: </a:t>
            </a:r>
            <a:r>
              <a:rPr lang="th" sz="1050">
                <a:solidFill>
                  <a:schemeClr val="lt1"/>
                </a:solidFill>
              </a:rPr>
              <a:t>Tree-level trunk points near 1.3 m height above ground.</a:t>
            </a:r>
            <a:endParaRPr sz="1050">
              <a:solidFill>
                <a:schemeClr val="lt1"/>
              </a:solidFill>
            </a:endParaRPr>
          </a:p>
          <a:p>
            <a:pPr indent="0" lvl="0" marL="0" rtl="0" algn="l">
              <a:lnSpc>
                <a:spcPct val="115000"/>
              </a:lnSpc>
              <a:spcBef>
                <a:spcPts val="1200"/>
              </a:spcBef>
              <a:spcAft>
                <a:spcPts val="1200"/>
              </a:spcAft>
              <a:buNone/>
            </a:pPr>
            <a:r>
              <a:rPr lang="th" sz="1050">
                <a:solidFill>
                  <a:schemeClr val="lt1"/>
                </a:solidFill>
              </a:rPr>
              <a:t>Estimate DBH using circle or cylinder fitting, and test multi-height bins with RANSAC/outlier removal for noisy trunk observations.</a:t>
            </a:r>
            <a:endParaRPr sz="1050">
              <a:solidFill>
                <a:schemeClr val="l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0"/>
          <p:cNvSpPr txBox="1"/>
          <p:nvPr>
            <p:ph idx="1" type="body"/>
          </p:nvPr>
        </p:nvSpPr>
        <p:spPr>
          <a:xfrm>
            <a:off x="451425" y="1358150"/>
            <a:ext cx="5465100" cy="3263400"/>
          </a:xfrm>
          <a:prstGeom prst="rect">
            <a:avLst/>
          </a:prstGeom>
        </p:spPr>
        <p:txBody>
          <a:bodyPr anchorCtr="0" anchor="t" bIns="34275" lIns="68575" spcFirstLastPara="1" rIns="68575" wrap="square" tIns="34275">
            <a:normAutofit fontScale="92500" lnSpcReduction="10000"/>
          </a:bodyPr>
          <a:lstStyle/>
          <a:p>
            <a:pPr indent="-299085" lvl="0" marL="457200" rtl="0" algn="l">
              <a:lnSpc>
                <a:spcPct val="115000"/>
              </a:lnSpc>
              <a:spcBef>
                <a:spcPts val="0"/>
              </a:spcBef>
              <a:spcAft>
                <a:spcPts val="0"/>
              </a:spcAft>
              <a:buSzPct val="100000"/>
              <a:buChar char="•"/>
            </a:pPr>
            <a:r>
              <a:rPr b="1" lang="th" sz="1200"/>
              <a:t>Multi-channel tree segmentation pipeline:</a:t>
            </a:r>
            <a:r>
              <a:rPr lang="th" sz="1200"/>
              <a:t> a validated workflow that transforms handheld LiDAR point clouds into tree-level detections/crops using density, height-above-ground, and breast-height evidence.</a:t>
            </a:r>
            <a:endParaRPr sz="1200"/>
          </a:p>
          <a:p>
            <a:pPr indent="0" lvl="0" marL="457200" rtl="0" algn="l">
              <a:lnSpc>
                <a:spcPct val="115000"/>
              </a:lnSpc>
              <a:spcBef>
                <a:spcPts val="700"/>
              </a:spcBef>
              <a:spcAft>
                <a:spcPts val="0"/>
              </a:spcAft>
              <a:buNone/>
            </a:pPr>
            <a:r>
              <a:t/>
            </a:r>
            <a:endParaRPr sz="1200"/>
          </a:p>
          <a:p>
            <a:pPr indent="-299085" lvl="0" marL="457200" rtl="0" algn="l">
              <a:lnSpc>
                <a:spcPct val="115000"/>
              </a:lnSpc>
              <a:spcBef>
                <a:spcPts val="700"/>
              </a:spcBef>
              <a:spcAft>
                <a:spcPts val="0"/>
              </a:spcAft>
              <a:buSzPct val="100000"/>
              <a:buChar char="•"/>
            </a:pPr>
            <a:r>
              <a:rPr b="1" lang="th" sz="1200"/>
              <a:t>DBH-ready tree crops:</a:t>
            </a:r>
            <a:r>
              <a:rPr lang="th" sz="1200"/>
              <a:t> extracted trunk point subsets for each predicted tree, enabling DBH fitting from breast-height slices or multi-height fitting</a:t>
            </a:r>
            <a:r>
              <a:rPr lang="th" sz="1200"/>
              <a:t>.</a:t>
            </a:r>
            <a:endParaRPr sz="1200"/>
          </a:p>
          <a:p>
            <a:pPr indent="0" lvl="0" marL="457200" rtl="0" algn="l">
              <a:lnSpc>
                <a:spcPct val="115000"/>
              </a:lnSpc>
              <a:spcBef>
                <a:spcPts val="700"/>
              </a:spcBef>
              <a:spcAft>
                <a:spcPts val="0"/>
              </a:spcAft>
              <a:buNone/>
            </a:pPr>
            <a:r>
              <a:t/>
            </a:r>
            <a:endParaRPr sz="1200"/>
          </a:p>
          <a:p>
            <a:pPr indent="-299085" lvl="0" marL="457200" rtl="0" algn="l">
              <a:lnSpc>
                <a:spcPct val="115000"/>
              </a:lnSpc>
              <a:spcBef>
                <a:spcPts val="700"/>
              </a:spcBef>
              <a:spcAft>
                <a:spcPts val="0"/>
              </a:spcAft>
              <a:buSzPct val="100000"/>
              <a:buChar char="•"/>
            </a:pPr>
            <a:r>
              <a:rPr b="1" lang="th" sz="1200"/>
              <a:t>Accuracy-efficiency benchmark:</a:t>
            </a:r>
            <a:r>
              <a:rPr lang="th" sz="1200"/>
              <a:t> a controlled comparison between density-only CNN, multi-channel CNN, TreeLearn, and point-cloud baselines on the same rubber-plantation plots.</a:t>
            </a:r>
            <a:endParaRPr sz="1200"/>
          </a:p>
          <a:p>
            <a:pPr indent="0" lvl="0" marL="457200" rtl="0" algn="l">
              <a:lnSpc>
                <a:spcPct val="115000"/>
              </a:lnSpc>
              <a:spcBef>
                <a:spcPts val="700"/>
              </a:spcBef>
              <a:spcAft>
                <a:spcPts val="0"/>
              </a:spcAft>
              <a:buNone/>
            </a:pPr>
            <a:r>
              <a:t/>
            </a:r>
            <a:endParaRPr sz="1200"/>
          </a:p>
          <a:p>
            <a:pPr indent="-299085" lvl="0" marL="457200" rtl="0" algn="l">
              <a:lnSpc>
                <a:spcPct val="115000"/>
              </a:lnSpc>
              <a:spcBef>
                <a:spcPts val="700"/>
              </a:spcBef>
              <a:spcAft>
                <a:spcPts val="0"/>
              </a:spcAft>
              <a:buSzPct val="100000"/>
              <a:buChar char="•"/>
            </a:pPr>
            <a:r>
              <a:rPr b="1" lang="th" sz="1200"/>
              <a:t>Segmentation-to-DBH error analysis:</a:t>
            </a:r>
            <a:r>
              <a:rPr lang="th" sz="1200"/>
              <a:t> evidence showing how missed, merged, and false tree detections affect downstream DBH estimation.</a:t>
            </a:r>
            <a:endParaRPr sz="1200"/>
          </a:p>
          <a:p>
            <a:pPr indent="0" lvl="0" marL="0" rtl="0" algn="l">
              <a:lnSpc>
                <a:spcPct val="115000"/>
              </a:lnSpc>
              <a:spcBef>
                <a:spcPts val="800"/>
              </a:spcBef>
              <a:spcAft>
                <a:spcPts val="0"/>
              </a:spcAft>
              <a:buNone/>
            </a:pPr>
            <a:r>
              <a:t/>
            </a:r>
            <a:endParaRPr sz="1000"/>
          </a:p>
        </p:txBody>
      </p:sp>
      <p:sp>
        <p:nvSpPr>
          <p:cNvPr id="319" name="Google Shape;319;p40"/>
          <p:cNvSpPr txBox="1"/>
          <p:nvPr>
            <p:ph type="title"/>
          </p:nvPr>
        </p:nvSpPr>
        <p:spPr>
          <a:xfrm>
            <a:off x="628650" y="211498"/>
            <a:ext cx="6858900" cy="36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b="1" lang="th" sz="1800"/>
              <a:t>Expected Outcome &amp; Contribution</a:t>
            </a:r>
            <a:endParaRPr b="1" sz="1800"/>
          </a:p>
        </p:txBody>
      </p:sp>
      <p:sp>
        <p:nvSpPr>
          <p:cNvPr id="320" name="Google Shape;320;p40"/>
          <p:cNvSpPr txBox="1"/>
          <p:nvPr/>
        </p:nvSpPr>
        <p:spPr>
          <a:xfrm>
            <a:off x="8325000" y="4740000"/>
            <a:ext cx="450000" cy="165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th" sz="800">
                <a:solidFill>
                  <a:srgbClr val="7A7A7A"/>
                </a:solidFill>
              </a:rPr>
              <a:t>15</a:t>
            </a:r>
            <a:endParaRPr sz="1100"/>
          </a:p>
        </p:txBody>
      </p:sp>
      <p:sp>
        <p:nvSpPr>
          <p:cNvPr id="321" name="Google Shape;321;p40"/>
          <p:cNvSpPr/>
          <p:nvPr/>
        </p:nvSpPr>
        <p:spPr>
          <a:xfrm>
            <a:off x="6161175" y="1577175"/>
            <a:ext cx="2436600" cy="2527800"/>
          </a:xfrm>
          <a:prstGeom prst="rect">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th" sz="1800">
                <a:solidFill>
                  <a:schemeClr val="accent1"/>
                </a:solidFill>
                <a:latin typeface="Calibri"/>
                <a:ea typeface="Calibri"/>
                <a:cs typeface="Calibri"/>
                <a:sym typeface="Calibri"/>
              </a:rPr>
              <a:t>Success Metric</a:t>
            </a:r>
            <a:endParaRPr b="1" sz="1800">
              <a:solidFill>
                <a:schemeClr val="accent1"/>
              </a:solidFill>
              <a:latin typeface="Calibri"/>
              <a:ea typeface="Calibri"/>
              <a:cs typeface="Calibri"/>
              <a:sym typeface="Calibri"/>
            </a:endParaRPr>
          </a:p>
          <a:p>
            <a:pPr indent="0" lvl="0" marL="0" rtl="0" algn="ctr">
              <a:spcBef>
                <a:spcPts val="0"/>
              </a:spcBef>
              <a:spcAft>
                <a:spcPts val="0"/>
              </a:spcAft>
              <a:buNone/>
            </a:pPr>
            <a:r>
              <a:t/>
            </a:r>
            <a:endParaRPr>
              <a:latin typeface="Calibri"/>
              <a:ea typeface="Calibri"/>
              <a:cs typeface="Calibri"/>
              <a:sym typeface="Calibri"/>
            </a:endParaRPr>
          </a:p>
          <a:p>
            <a:pPr indent="0" lvl="0" marL="0" rtl="0" algn="ctr">
              <a:spcBef>
                <a:spcPts val="0"/>
              </a:spcBef>
              <a:spcAft>
                <a:spcPts val="0"/>
              </a:spcAft>
              <a:buNone/>
            </a:pPr>
            <a:r>
              <a:rPr lang="th" sz="1100">
                <a:latin typeface="Calibri"/>
                <a:ea typeface="Calibri"/>
                <a:cs typeface="Calibri"/>
                <a:sym typeface="Calibri"/>
              </a:rPr>
              <a:t>Success will be measured by improved tree segmentation F1/TDR, reduced DBH MAE/RMSE against field measurements, and lower runtime or memory usage compared with direct 3D point-cloud segmentation.</a:t>
            </a:r>
            <a:endParaRPr sz="1100">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cxnSp>
        <p:nvCxnSpPr>
          <p:cNvPr id="326" name="Google Shape;326;p41"/>
          <p:cNvCxnSpPr/>
          <p:nvPr/>
        </p:nvCxnSpPr>
        <p:spPr>
          <a:xfrm>
            <a:off x="2028600" y="3828650"/>
            <a:ext cx="4875300" cy="0"/>
          </a:xfrm>
          <a:prstGeom prst="straightConnector1">
            <a:avLst/>
          </a:prstGeom>
          <a:noFill/>
          <a:ln cap="flat" cmpd="sng" w="25400">
            <a:solidFill>
              <a:srgbClr val="A0006D"/>
            </a:solidFill>
            <a:prstDash val="solid"/>
            <a:round/>
            <a:headEnd len="sm" w="sm" type="none"/>
            <a:tailEnd len="sm" w="sm" type="none"/>
          </a:ln>
        </p:spPr>
      </p:cxnSp>
      <p:sp>
        <p:nvSpPr>
          <p:cNvPr id="327" name="Google Shape;327;p41"/>
          <p:cNvSpPr txBox="1"/>
          <p:nvPr/>
        </p:nvSpPr>
        <p:spPr>
          <a:xfrm>
            <a:off x="585000" y="1282500"/>
            <a:ext cx="7762500" cy="23436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th" sz="900">
                <a:solidFill>
                  <a:srgbClr val="242424"/>
                </a:solidFill>
              </a:rPr>
              <a:t>[1] Liu, Lulu, Aiwu Zhang, Shen Xiao, Shaoxing Hu, Nianpeng He, Haiyang Pang, Xizhen Zhang, and Shikai Yang. 2021. "Single Tree Segmentation and Diameter at Breast Height Estimation With Mobile LiDAR." *IEEE Access* 9: 24314-24325.</a:t>
            </a:r>
            <a:endParaRPr sz="900">
              <a:solidFill>
                <a:srgbClr val="242424"/>
              </a:solidFill>
            </a:endParaRPr>
          </a:p>
          <a:p>
            <a:pPr indent="0" lvl="0" marL="0" marR="0" rtl="0" algn="l">
              <a:spcBef>
                <a:spcPts val="0"/>
              </a:spcBef>
              <a:spcAft>
                <a:spcPts val="0"/>
              </a:spcAft>
              <a:buNone/>
            </a:pPr>
            <a:r>
              <a:t/>
            </a:r>
            <a:endParaRPr sz="900">
              <a:solidFill>
                <a:srgbClr val="242424"/>
              </a:solidFill>
            </a:endParaRPr>
          </a:p>
          <a:p>
            <a:pPr indent="0" lvl="0" marL="0" marR="0" rtl="0" algn="l">
              <a:spcBef>
                <a:spcPts val="0"/>
              </a:spcBef>
              <a:spcAft>
                <a:spcPts val="0"/>
              </a:spcAft>
              <a:buNone/>
            </a:pPr>
            <a:r>
              <a:rPr lang="th" sz="900">
                <a:solidFill>
                  <a:srgbClr val="242424"/>
                </a:solidFill>
              </a:rPr>
              <a:t>[2] Henrich, Jonathan, Jan van Delden, Dominik Seidel, Thomas Kneib, and Alexander S. Ecker. 2024. "TreeLearn: A Deep Learning Method for Segmenting Individual Trees from Ground-Based LiDAR Forest Point Clouds." *Ecological Informatics* 84: 102888.</a:t>
            </a:r>
            <a:endParaRPr sz="900">
              <a:solidFill>
                <a:srgbClr val="242424"/>
              </a:solidFill>
            </a:endParaRPr>
          </a:p>
          <a:p>
            <a:pPr indent="0" lvl="0" marL="0" marR="0" rtl="0" algn="l">
              <a:spcBef>
                <a:spcPts val="0"/>
              </a:spcBef>
              <a:spcAft>
                <a:spcPts val="0"/>
              </a:spcAft>
              <a:buNone/>
            </a:pPr>
            <a:r>
              <a:t/>
            </a:r>
            <a:endParaRPr sz="900">
              <a:solidFill>
                <a:srgbClr val="242424"/>
              </a:solidFill>
            </a:endParaRPr>
          </a:p>
          <a:p>
            <a:pPr indent="0" lvl="0" marL="0" marR="0" rtl="0" algn="l">
              <a:spcBef>
                <a:spcPts val="0"/>
              </a:spcBef>
              <a:spcAft>
                <a:spcPts val="0"/>
              </a:spcAft>
              <a:buNone/>
            </a:pPr>
            <a:r>
              <a:rPr lang="th" sz="900">
                <a:solidFill>
                  <a:srgbClr val="242424"/>
                </a:solidFill>
              </a:rPr>
              <a:t>[3] Shao, Jinyuan, Yi-Chun Lin, Cameron Wingren, Sang-Yeop Shin, William Fei, Joshua Carpenter, Ayman Habib, and Songlin Fei. 2024. "Large-Scale Inventory in Natural Forests with Mobile LiDAR Point Clouds." *Science of Remote Sensing* 10: 100168.</a:t>
            </a:r>
            <a:endParaRPr sz="900">
              <a:solidFill>
                <a:srgbClr val="242424"/>
              </a:solidFill>
            </a:endParaRPr>
          </a:p>
          <a:p>
            <a:pPr indent="0" lvl="0" marL="0" marR="0" rtl="0" algn="l">
              <a:spcBef>
                <a:spcPts val="0"/>
              </a:spcBef>
              <a:spcAft>
                <a:spcPts val="0"/>
              </a:spcAft>
              <a:buNone/>
            </a:pPr>
            <a:r>
              <a:t/>
            </a:r>
            <a:endParaRPr sz="900">
              <a:solidFill>
                <a:srgbClr val="242424"/>
              </a:solidFill>
            </a:endParaRPr>
          </a:p>
          <a:p>
            <a:pPr indent="0" lvl="0" marL="0" marR="0" rtl="0" algn="l">
              <a:spcBef>
                <a:spcPts val="0"/>
              </a:spcBef>
              <a:spcAft>
                <a:spcPts val="0"/>
              </a:spcAft>
              <a:buNone/>
            </a:pPr>
            <a:r>
              <a:rPr lang="th" sz="900">
                <a:solidFill>
                  <a:srgbClr val="242424"/>
                </a:solidFill>
              </a:rPr>
              <a:t>[4] Cheng, Derek, Fernando Cladera Ojeda, Ankit Prabhu, Xu Liu, Alan Zhu, P. Corey Green, Reza Ehsani, Pratik Chaudhari, and Vijay Kumar. 2024. "TreeScope: An Agricultural Robotics Dataset for LiDAR-Based Mapping of Trees in Forests and Orchards." *2024 IEEE International Conference on Robotics and Automation (ICRA)*.</a:t>
            </a:r>
            <a:endParaRPr sz="900">
              <a:solidFill>
                <a:srgbClr val="242424"/>
              </a:solidFill>
            </a:endParaRPr>
          </a:p>
          <a:p>
            <a:pPr indent="0" lvl="0" marL="0" marR="0" rtl="0" algn="l">
              <a:spcBef>
                <a:spcPts val="0"/>
              </a:spcBef>
              <a:spcAft>
                <a:spcPts val="0"/>
              </a:spcAft>
              <a:buNone/>
            </a:pPr>
            <a:r>
              <a:t/>
            </a:r>
            <a:endParaRPr sz="900">
              <a:solidFill>
                <a:srgbClr val="242424"/>
              </a:solidFill>
            </a:endParaRPr>
          </a:p>
          <a:p>
            <a:pPr indent="0" lvl="0" marL="0" marR="0" rtl="0" algn="l">
              <a:spcBef>
                <a:spcPts val="0"/>
              </a:spcBef>
              <a:spcAft>
                <a:spcPts val="0"/>
              </a:spcAft>
              <a:buNone/>
            </a:pPr>
            <a:r>
              <a:rPr lang="th" sz="900">
                <a:solidFill>
                  <a:srgbClr val="242424"/>
                </a:solidFill>
              </a:rPr>
              <a:t>[5] Chen, Steven W., Guilherme V. Nardari, Elijah S. Lee, Chao Qu, Xu Liu, Roseli A. F. Romero, and Vijay Kumar. 2020. "SLOAM: Semantic Lidar Odometry and Mapping for Forest Inventory." *IEEE Robotics and Automation Letters* 5 (2): 612-619.</a:t>
            </a:r>
            <a:endParaRPr sz="900">
              <a:solidFill>
                <a:srgbClr val="242424"/>
              </a:solidFill>
            </a:endParaRPr>
          </a:p>
        </p:txBody>
      </p:sp>
      <p:sp>
        <p:nvSpPr>
          <p:cNvPr id="328" name="Google Shape;328;p41"/>
          <p:cNvSpPr txBox="1"/>
          <p:nvPr/>
        </p:nvSpPr>
        <p:spPr>
          <a:xfrm>
            <a:off x="8325000" y="4740000"/>
            <a:ext cx="450000" cy="165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i="0" lang="th" sz="800" u="none" cap="none" strike="noStrike">
                <a:solidFill>
                  <a:srgbClr val="7A7A7A"/>
                </a:solidFill>
                <a:latin typeface="Arial"/>
                <a:ea typeface="Arial"/>
                <a:cs typeface="Arial"/>
                <a:sym typeface="Arial"/>
              </a:rPr>
              <a:t>1</a:t>
            </a:r>
            <a:r>
              <a:rPr lang="th" sz="800">
                <a:solidFill>
                  <a:srgbClr val="7A7A7A"/>
                </a:solidFill>
              </a:rPr>
              <a:t>6</a:t>
            </a:r>
            <a:endParaRPr sz="1100"/>
          </a:p>
        </p:txBody>
      </p:sp>
      <p:sp>
        <p:nvSpPr>
          <p:cNvPr id="329" name="Google Shape;329;p41"/>
          <p:cNvSpPr txBox="1"/>
          <p:nvPr>
            <p:ph type="title"/>
          </p:nvPr>
        </p:nvSpPr>
        <p:spPr>
          <a:xfrm>
            <a:off x="628650" y="211498"/>
            <a:ext cx="6858900" cy="36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b="1" lang="th" sz="1800"/>
              <a:t>References: Individual Tree Segmentation</a:t>
            </a:r>
            <a:endParaRPr b="1" sz="18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2"/>
          <p:cNvSpPr txBox="1"/>
          <p:nvPr/>
        </p:nvSpPr>
        <p:spPr>
          <a:xfrm>
            <a:off x="585000" y="1282500"/>
            <a:ext cx="7762500" cy="3150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th" sz="900">
                <a:solidFill>
                  <a:srgbClr val="242424"/>
                </a:solidFill>
              </a:rPr>
              <a:t>[1] Proudman, Alexander, Milad Ramezani, and Maurice Fallon. 2021. "Online Estimation of Diameter at Breast Height (DBH) of Forest Trees Using a Handheld LiDAR." *2021 European Conference on Mobile Robots (ECMR)*: 1-7.</a:t>
            </a:r>
            <a:endParaRPr sz="900">
              <a:solidFill>
                <a:srgbClr val="242424"/>
              </a:solidFill>
            </a:endParaRPr>
          </a:p>
          <a:p>
            <a:pPr indent="0" lvl="0" marL="0" marR="0" rtl="0" algn="l">
              <a:spcBef>
                <a:spcPts val="0"/>
              </a:spcBef>
              <a:spcAft>
                <a:spcPts val="0"/>
              </a:spcAft>
              <a:buNone/>
            </a:pPr>
            <a:r>
              <a:t/>
            </a:r>
            <a:endParaRPr sz="900">
              <a:solidFill>
                <a:srgbClr val="242424"/>
              </a:solidFill>
            </a:endParaRPr>
          </a:p>
          <a:p>
            <a:pPr indent="0" lvl="0" marL="0" marR="0" rtl="0" algn="l">
              <a:spcBef>
                <a:spcPts val="0"/>
              </a:spcBef>
              <a:spcAft>
                <a:spcPts val="0"/>
              </a:spcAft>
              <a:buNone/>
            </a:pPr>
            <a:r>
              <a:rPr lang="th" sz="900">
                <a:solidFill>
                  <a:srgbClr val="242424"/>
                </a:solidFill>
              </a:rPr>
              <a:t>[2] Sheng, Yuhao, Qingzhan Zhao, Xuewen Wang, Yihao Liu, and Xiaojun Yin. 2024. "Tree Diameter at Breast Height Extraction Based on Mobile Laser Scanning Point Cloud." *Forests* 15 (4): 590.</a:t>
            </a:r>
            <a:endParaRPr sz="900">
              <a:solidFill>
                <a:srgbClr val="242424"/>
              </a:solidFill>
            </a:endParaRPr>
          </a:p>
          <a:p>
            <a:pPr indent="0" lvl="0" marL="0" marR="0" rtl="0" algn="l">
              <a:spcBef>
                <a:spcPts val="0"/>
              </a:spcBef>
              <a:spcAft>
                <a:spcPts val="0"/>
              </a:spcAft>
              <a:buNone/>
            </a:pPr>
            <a:r>
              <a:t/>
            </a:r>
            <a:endParaRPr sz="900">
              <a:solidFill>
                <a:srgbClr val="242424"/>
              </a:solidFill>
            </a:endParaRPr>
          </a:p>
          <a:p>
            <a:pPr indent="0" lvl="0" marL="0" marR="0" rtl="0" algn="l">
              <a:spcBef>
                <a:spcPts val="0"/>
              </a:spcBef>
              <a:spcAft>
                <a:spcPts val="0"/>
              </a:spcAft>
              <a:buNone/>
            </a:pPr>
            <a:r>
              <a:rPr lang="th" sz="900">
                <a:solidFill>
                  <a:srgbClr val="242424"/>
                </a:solidFill>
              </a:rPr>
              <a:t>[3] Liu, Lulu, Aiwu Zhang, Shen Xiao, Shaoxing Hu, Nianpeng He, Haiyang Pang, Xizhen Zhang, and Shikai Yang. 2021. "Single Tree Segmentation and Diameter at Breast Height Estimation With Mobile LiDAR." *IEEE Access* 9: 24314-24325.</a:t>
            </a:r>
            <a:endParaRPr sz="900">
              <a:solidFill>
                <a:srgbClr val="242424"/>
              </a:solidFill>
            </a:endParaRPr>
          </a:p>
          <a:p>
            <a:pPr indent="0" lvl="0" marL="0" marR="0" rtl="0" algn="l">
              <a:spcBef>
                <a:spcPts val="0"/>
              </a:spcBef>
              <a:spcAft>
                <a:spcPts val="0"/>
              </a:spcAft>
              <a:buNone/>
            </a:pPr>
            <a:r>
              <a:t/>
            </a:r>
            <a:endParaRPr sz="900">
              <a:solidFill>
                <a:srgbClr val="242424"/>
              </a:solidFill>
            </a:endParaRPr>
          </a:p>
          <a:p>
            <a:pPr indent="0" lvl="0" marL="0" marR="0" rtl="0" algn="l">
              <a:spcBef>
                <a:spcPts val="0"/>
              </a:spcBef>
              <a:spcAft>
                <a:spcPts val="0"/>
              </a:spcAft>
              <a:buNone/>
            </a:pPr>
            <a:r>
              <a:rPr lang="th" sz="900">
                <a:solidFill>
                  <a:srgbClr val="242424"/>
                </a:solidFill>
              </a:rPr>
              <a:t>[4] Shao, Jinyuan, Yi-Chun Lin, Cameron Wingren, Sang-Yeop Shin, William Fei, Joshua Carpenter, Ayman Habib, and Songlin Fei. 2024. "Large-Scale Inventory in Natural Forests with Mobile LiDAR Point Clouds." *Science of Remote Sensing* 10: 100168.</a:t>
            </a:r>
            <a:endParaRPr sz="900">
              <a:solidFill>
                <a:srgbClr val="242424"/>
              </a:solidFill>
            </a:endParaRPr>
          </a:p>
          <a:p>
            <a:pPr indent="0" lvl="0" marL="0" marR="0" rtl="0" algn="l">
              <a:spcBef>
                <a:spcPts val="0"/>
              </a:spcBef>
              <a:spcAft>
                <a:spcPts val="0"/>
              </a:spcAft>
              <a:buNone/>
            </a:pPr>
            <a:r>
              <a:t/>
            </a:r>
            <a:endParaRPr sz="900">
              <a:solidFill>
                <a:srgbClr val="242424"/>
              </a:solidFill>
            </a:endParaRPr>
          </a:p>
          <a:p>
            <a:pPr indent="0" lvl="0" marL="0" marR="0" rtl="0" algn="l">
              <a:spcBef>
                <a:spcPts val="0"/>
              </a:spcBef>
              <a:spcAft>
                <a:spcPts val="0"/>
              </a:spcAft>
              <a:buNone/>
            </a:pPr>
            <a:r>
              <a:rPr lang="th" sz="900">
                <a:solidFill>
                  <a:srgbClr val="242424"/>
                </a:solidFill>
              </a:rPr>
              <a:t>[5] Cheng, Derek, Fernando Cladera Ojeda, Ankit Prabhu, Xu Liu, Alan Zhu, P. Corey Green, Reza Ehsani, Pratik Chaudhari, and Vijay Kumar. 2024. "TreeScope: An Agricultural Robotics Dataset for LiDAR-Based Mapping of Trees in Forests and Orchards." *2024 IEEE International Conference on Robotics and Automation (ICRA)*.</a:t>
            </a:r>
            <a:endParaRPr sz="900">
              <a:solidFill>
                <a:srgbClr val="242424"/>
              </a:solidFill>
            </a:endParaRPr>
          </a:p>
        </p:txBody>
      </p:sp>
      <p:sp>
        <p:nvSpPr>
          <p:cNvPr id="335" name="Google Shape;335;p42"/>
          <p:cNvSpPr txBox="1"/>
          <p:nvPr/>
        </p:nvSpPr>
        <p:spPr>
          <a:xfrm>
            <a:off x="8325000" y="4740000"/>
            <a:ext cx="450000" cy="165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i="0" lang="th" sz="800" u="none" cap="none" strike="noStrike">
                <a:solidFill>
                  <a:srgbClr val="7A7A7A"/>
                </a:solidFill>
                <a:latin typeface="Arial"/>
                <a:ea typeface="Arial"/>
                <a:cs typeface="Arial"/>
                <a:sym typeface="Arial"/>
              </a:rPr>
              <a:t>1</a:t>
            </a:r>
            <a:r>
              <a:rPr lang="th" sz="800">
                <a:solidFill>
                  <a:srgbClr val="7A7A7A"/>
                </a:solidFill>
              </a:rPr>
              <a:t>7</a:t>
            </a:r>
            <a:endParaRPr sz="1100"/>
          </a:p>
        </p:txBody>
      </p:sp>
      <p:sp>
        <p:nvSpPr>
          <p:cNvPr id="336" name="Google Shape;336;p42"/>
          <p:cNvSpPr txBox="1"/>
          <p:nvPr>
            <p:ph type="title"/>
          </p:nvPr>
        </p:nvSpPr>
        <p:spPr>
          <a:xfrm>
            <a:off x="628650" y="211498"/>
            <a:ext cx="6858900" cy="36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b="1" lang="th" sz="1800"/>
              <a:t>References: DBH Extraction</a:t>
            </a:r>
            <a:endParaRPr b="1" sz="1800"/>
          </a:p>
        </p:txBody>
      </p:sp>
      <p:cxnSp>
        <p:nvCxnSpPr>
          <p:cNvPr id="337" name="Google Shape;337;p42"/>
          <p:cNvCxnSpPr/>
          <p:nvPr/>
        </p:nvCxnSpPr>
        <p:spPr>
          <a:xfrm>
            <a:off x="2028600" y="3828650"/>
            <a:ext cx="4875300" cy="0"/>
          </a:xfrm>
          <a:prstGeom prst="straightConnector1">
            <a:avLst/>
          </a:prstGeom>
          <a:noFill/>
          <a:ln cap="flat" cmpd="sng" w="25400">
            <a:solidFill>
              <a:srgbClr val="A0006D"/>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